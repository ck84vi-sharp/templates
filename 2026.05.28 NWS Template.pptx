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4" r:id="rId4"/>
  </p:sldMasterIdLst>
  <p:notesMasterIdLst>
    <p:notesMasterId r:id="rId7"/>
  </p:notesMasterIdLst>
  <p:handoutMasterIdLst>
    <p:handoutMasterId r:id="rId8"/>
  </p:handoutMasterIdLst>
  <p:sldIdLst>
    <p:sldId id="4516" r:id="rId5"/>
    <p:sldId id="4515" r:id="rId6"/>
  </p:sldIdLst>
  <p:sldSz cx="12192000" cy="6858000"/>
  <p:notesSz cx="7102475" cy="1023302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F4B245-462F-CF84-F601-532D8749884D}" name="Christian Kleindienst" initials="CK" userId="S::c.kleindienst@nexgenws.com::1149590d-8336-4736-930e-268809643e27" providerId="AD"/>
  <p188:author id="{6F5CDDAB-05D6-E746-FB2A-4306EC70A706}" name="Sabine Kosz" initials="" userId="S::s.kosz@nexgenws.com::3edea7ad-d687-4385-a086-cf2f7ac177c0" providerId="AD"/>
  <p188:author id="{85DC60F9-0EC0-8C00-2AEC-6485BCBB109B}" name="Marco Nardoni" initials="MN" userId="S::m.nardoni@nexgenws.com::ffc30e4e-8866-4bf2-9995-1549cc27d5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565"/>
    <a:srgbClr val="E3CF45"/>
    <a:srgbClr val="2BB3DB"/>
    <a:srgbClr val="9EADBC"/>
    <a:srgbClr val="A6A6A6"/>
    <a:srgbClr val="1B4B79"/>
    <a:srgbClr val="193B6C"/>
    <a:srgbClr val="234061"/>
    <a:srgbClr val="AAE1F0"/>
    <a:srgbClr val="BCCF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8" d="100"/>
          <a:sy n="118" d="100"/>
        </p:scale>
        <p:origin x="90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46E5A5-78AF-C61F-3BBF-D4B601FD7A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CDA30-7074-EFF6-EC8C-5A5A6DB76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4280-3230-4DA2-A61F-B23CF83FAFD1}" type="datetimeFigureOut">
              <a:rPr lang="en-GB"/>
              <a:t>28/05/2026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6684-1573-CD2B-15C2-F4FB1848E4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D3-2815-C24A-9691-F2ECF1A0A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9720263"/>
            <a:ext cx="3078163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D963-12FC-42C1-8B0F-92A54C54F058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450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CA0C7E87-DB45-CC48-B9DB-EC819AFBFC8B}" type="datetimeFigureOut">
              <a:rPr lang="de-DE"/>
              <a:t>28.05.2026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D0FEF8AF-0304-4D47-B3B8-ACF790344EE4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861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FEF8AF-0304-4D47-B3B8-ACF790344EE4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89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FEF8AF-0304-4D47-B3B8-ACF790344EE4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Entwurf, Kunst, Bild, Lineart enthält.&#10;&#10;KI-generierte Inhalte können fehlerhaft sein.">
            <a:extLst>
              <a:ext uri="{FF2B5EF4-FFF2-40B4-BE49-F238E27FC236}">
                <a16:creationId xmlns:a16="http://schemas.microsoft.com/office/drawing/2014/main" id="{A07AC5CF-C533-BB89-00BF-2873A6480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2495" y="-1"/>
            <a:ext cx="10267630" cy="6858001"/>
          </a:xfrm>
          <a:prstGeom prst="rect">
            <a:avLst/>
          </a:prstGeom>
        </p:spPr>
      </p:pic>
      <p:pic>
        <p:nvPicPr>
          <p:cNvPr id="13" name="Grafik 13">
            <a:extLst>
              <a:ext uri="{FF2B5EF4-FFF2-40B4-BE49-F238E27FC236}">
                <a16:creationId xmlns:a16="http://schemas.microsoft.com/office/drawing/2014/main" id="{E35E025D-E0F2-6603-EF12-A090D72F2A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72475" y="-9623"/>
            <a:ext cx="3819525" cy="1381223"/>
          </a:xfrm>
          <a:prstGeom prst="rect">
            <a:avLst/>
          </a:prstGeom>
          <a:effectLst>
            <a:outerShdw blurRad="999789" dist="196525" dir="13431498" sx="118773" sy="118773" algn="tl" rotWithShape="0">
              <a:schemeClr val="bg1"/>
            </a:outerShdw>
          </a:effectLst>
        </p:spPr>
      </p:pic>
      <p:sp>
        <p:nvSpPr>
          <p:cNvPr id="7" name="Freeform: Shape 2">
            <a:extLst>
              <a:ext uri="{FF2B5EF4-FFF2-40B4-BE49-F238E27FC236}">
                <a16:creationId xmlns:a16="http://schemas.microsoft.com/office/drawing/2014/main" id="{EA23EB64-3C21-A263-4961-2C88C45D20D8}"/>
              </a:ext>
            </a:extLst>
          </p:cNvPr>
          <p:cNvSpPr/>
          <p:nvPr userDrawn="1"/>
        </p:nvSpPr>
        <p:spPr>
          <a:xfrm>
            <a:off x="0" y="0"/>
            <a:ext cx="8551229" cy="6867624"/>
          </a:xfrm>
          <a:custGeom>
            <a:avLst/>
            <a:gdLst>
              <a:gd name="connsiteX0" fmla="*/ 0 w 8896350"/>
              <a:gd name="connsiteY0" fmla="*/ 0 h 6858000"/>
              <a:gd name="connsiteX1" fmla="*/ 8896350 w 8896350"/>
              <a:gd name="connsiteY1" fmla="*/ 0 h 6858000"/>
              <a:gd name="connsiteX2" fmla="*/ 2038350 w 8896350"/>
              <a:gd name="connsiteY2" fmla="*/ 6858000 h 6858000"/>
              <a:gd name="connsiteX3" fmla="*/ 0 w 88963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6350" h="6858000">
                <a:moveTo>
                  <a:pt x="0" y="0"/>
                </a:moveTo>
                <a:lnTo>
                  <a:pt x="8896350" y="0"/>
                </a:lnTo>
                <a:lnTo>
                  <a:pt x="20383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F7675-1FBA-9FEE-19D4-2C670D4F0F40}"/>
              </a:ext>
            </a:extLst>
          </p:cNvPr>
          <p:cNvSpPr txBox="1"/>
          <p:nvPr userDrawn="1"/>
        </p:nvSpPr>
        <p:spPr>
          <a:xfrm>
            <a:off x="497931" y="3661954"/>
            <a:ext cx="2853069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12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This presentation contains confidential information intended solely for the use of</a:t>
            </a: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r>
              <a:rPr lang="en-US" sz="12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and its authorized recipients. </a:t>
            </a:r>
          </a:p>
          <a:p>
            <a:pPr lvl="0"/>
            <a:r>
              <a:rPr lang="en-US" sz="12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Unauthorized distribution, reproduction, or disclosure of its contents is strictly prohibited. © 2026 NexGen Wafer Systems Pte. Ltd. All rights reserved.</a:t>
            </a:r>
          </a:p>
          <a:p>
            <a:pPr lvl="0"/>
            <a:endParaRPr lang="en-US" sz="120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0F300C-5D22-1461-024F-3C59EE37CC7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497931" y="483394"/>
            <a:ext cx="6436270" cy="1080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SG" dirty="0"/>
              <a:t>[Presentation Title]</a:t>
            </a:r>
            <a:endParaRPr lang="en-GB" noProof="0" dirty="0"/>
          </a:p>
        </p:txBody>
      </p:sp>
      <p:sp>
        <p:nvSpPr>
          <p:cNvPr id="3" name="Customer Placeholder_green">
            <a:extLst>
              <a:ext uri="{FF2B5EF4-FFF2-40B4-BE49-F238E27FC236}">
                <a16:creationId xmlns:a16="http://schemas.microsoft.com/office/drawing/2014/main" id="{EB13C639-35CE-283D-1794-61713151D0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300" y="4064000"/>
            <a:ext cx="3289300" cy="67310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SG" dirty="0"/>
              <a:t>[Customer Name]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5ACA1-E175-DD6C-F095-81E9343551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929" y="1620708"/>
            <a:ext cx="4698070" cy="1808292"/>
          </a:xfrm>
        </p:spPr>
        <p:txBody>
          <a:bodyPr/>
          <a:lstStyle>
            <a:lvl1pPr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[Client Name] · [Location]</a:t>
            </a:r>
          </a:p>
          <a:p>
            <a:pPr lvl="1"/>
            <a:r>
              <a:rPr lang="en-GB" dirty="0"/>
              <a:t>[dd Month </a:t>
            </a:r>
            <a:r>
              <a:rPr lang="en-GB" dirty="0" err="1"/>
              <a:t>yyyy</a:t>
            </a:r>
            <a:r>
              <a:rPr lang="en-GB" dirty="0"/>
              <a:t>]</a:t>
            </a:r>
          </a:p>
          <a:p>
            <a:pPr lvl="2"/>
            <a:r>
              <a:rPr lang="en-GB" dirty="0"/>
              <a:t>Presented by [Name]</a:t>
            </a:r>
          </a:p>
        </p:txBody>
      </p:sp>
    </p:spTree>
    <p:extLst>
      <p:ext uri="{BB962C8B-B14F-4D97-AF65-F5344CB8AC3E}">
        <p14:creationId xmlns:p14="http://schemas.microsoft.com/office/powerpoint/2010/main" val="25593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">
            <a:extLst>
              <a:ext uri="{FF2B5EF4-FFF2-40B4-BE49-F238E27FC236}">
                <a16:creationId xmlns:a16="http://schemas.microsoft.com/office/drawing/2014/main" id="{E01DC984-7C1B-4DD9-3AAD-0292BBD956A1}"/>
              </a:ext>
            </a:extLst>
          </p:cNvPr>
          <p:cNvSpPr/>
          <p:nvPr userDrawn="1"/>
        </p:nvSpPr>
        <p:spPr>
          <a:xfrm>
            <a:off x="0" y="0"/>
            <a:ext cx="8551229" cy="6867624"/>
          </a:xfrm>
          <a:custGeom>
            <a:avLst/>
            <a:gdLst>
              <a:gd name="connsiteX0" fmla="*/ 0 w 8896350"/>
              <a:gd name="connsiteY0" fmla="*/ 0 h 6858000"/>
              <a:gd name="connsiteX1" fmla="*/ 8896350 w 8896350"/>
              <a:gd name="connsiteY1" fmla="*/ 0 h 6858000"/>
              <a:gd name="connsiteX2" fmla="*/ 2038350 w 8896350"/>
              <a:gd name="connsiteY2" fmla="*/ 6858000 h 6858000"/>
              <a:gd name="connsiteX3" fmla="*/ 0 w 88963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6350" h="6858000">
                <a:moveTo>
                  <a:pt x="0" y="0"/>
                </a:moveTo>
                <a:lnTo>
                  <a:pt x="8896350" y="0"/>
                </a:lnTo>
                <a:lnTo>
                  <a:pt x="20383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5BFFB6F7-F747-F192-9171-B817A6F494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72475" y="-9623"/>
            <a:ext cx="3819525" cy="1381223"/>
          </a:xfrm>
          <a:prstGeom prst="rect">
            <a:avLst/>
          </a:prstGeom>
          <a:effectLst>
            <a:outerShdw blurRad="999789" dist="196525" dir="13431498" sx="118773" sy="118773" algn="tl" rotWithShape="0">
              <a:schemeClr val="bg1"/>
            </a:outerShdw>
          </a:effectLst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796734-26FA-DD1B-10DD-FA97424409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16547" y="2233914"/>
            <a:ext cx="5675454" cy="462408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7DAAC1-F3AA-3C1D-EBCF-7167CE6B7F5C}"/>
              </a:ext>
            </a:extLst>
          </p:cNvPr>
          <p:cNvSpPr txBox="1"/>
          <p:nvPr userDrawn="1"/>
        </p:nvSpPr>
        <p:spPr>
          <a:xfrm>
            <a:off x="497931" y="3661954"/>
            <a:ext cx="2853069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12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This presentation contains confidential information intended solely for the use of</a:t>
            </a: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endParaRPr lang="en-US" sz="120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  <a:p>
            <a:pPr lvl="0"/>
            <a:r>
              <a:rPr lang="en-US" sz="12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and its authorized recipients. </a:t>
            </a:r>
          </a:p>
          <a:p>
            <a:pPr lvl="0"/>
            <a:r>
              <a:rPr lang="en-US" sz="12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Unauthorized distribution, reproduction, or disclosure of its contents is strictly prohibited. © 2026 NexGen Wafer Systems Pte. Ltd. All rights reserved.</a:t>
            </a:r>
          </a:p>
          <a:p>
            <a:pPr lvl="0"/>
            <a:endParaRPr lang="en-US" sz="120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47DA86-187C-FBDD-E50F-684337BAFB3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497931" y="483394"/>
            <a:ext cx="6436270" cy="1080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SG" dirty="0"/>
              <a:t>[Presentation Title]</a:t>
            </a:r>
            <a:endParaRPr lang="en-GB" noProof="0" dirty="0"/>
          </a:p>
        </p:txBody>
      </p:sp>
      <p:sp>
        <p:nvSpPr>
          <p:cNvPr id="15" name="Customer Placeholder_green">
            <a:extLst>
              <a:ext uri="{FF2B5EF4-FFF2-40B4-BE49-F238E27FC236}">
                <a16:creationId xmlns:a16="http://schemas.microsoft.com/office/drawing/2014/main" id="{4E87EC8E-AF55-1539-1BE2-E8E77F0BC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300" y="4064000"/>
            <a:ext cx="3289300" cy="67310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SG" dirty="0"/>
              <a:t>[Customer Name]</a:t>
            </a:r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A204E94-A64B-DFEE-44CE-D4504B950C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929" y="1620708"/>
            <a:ext cx="4698070" cy="1808292"/>
          </a:xfrm>
        </p:spPr>
        <p:txBody>
          <a:bodyPr/>
          <a:lstStyle>
            <a:lvl1pPr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[Client Name] · [Location]</a:t>
            </a:r>
          </a:p>
          <a:p>
            <a:pPr lvl="1"/>
            <a:r>
              <a:rPr lang="en-GB" dirty="0"/>
              <a:t>[dd Month </a:t>
            </a:r>
            <a:r>
              <a:rPr lang="en-GB" dirty="0" err="1"/>
              <a:t>yyyy</a:t>
            </a:r>
            <a:r>
              <a:rPr lang="en-GB" dirty="0"/>
              <a:t>]</a:t>
            </a:r>
          </a:p>
          <a:p>
            <a:pPr lvl="2"/>
            <a:r>
              <a:rPr lang="en-GB" dirty="0"/>
              <a:t>Presented by [Name]</a:t>
            </a:r>
          </a:p>
        </p:txBody>
      </p:sp>
    </p:spTree>
    <p:extLst>
      <p:ext uri="{BB962C8B-B14F-4D97-AF65-F5344CB8AC3E}">
        <p14:creationId xmlns:p14="http://schemas.microsoft.com/office/powerpoint/2010/main" val="355357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el 1">
            <a:extLst>
              <a:ext uri="{FF2B5EF4-FFF2-40B4-BE49-F238E27FC236}">
                <a16:creationId xmlns:a16="http://schemas.microsoft.com/office/drawing/2014/main" id="{10758A49-6943-74BD-9FB7-05A6443411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1450" y="4219575"/>
            <a:ext cx="4900550" cy="2638425"/>
          </a:xfrm>
        </p:spPr>
        <p:txBody>
          <a:bodyPr anchor="ctr"/>
          <a:lstStyle>
            <a:lvl1pPr>
              <a:defRPr lang="de-DE" sz="4000" b="1" kern="1200" dirty="0">
                <a:solidFill>
                  <a:srgbClr val="193C6C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noProof="0"/>
              <a:t>Edit Chapter Cover</a:t>
            </a:r>
            <a:br>
              <a:rPr lang="en-GB" noProof="0"/>
            </a:br>
            <a:r>
              <a:rPr lang="en-GB" noProof="0"/>
              <a:t>Headline</a:t>
            </a:r>
          </a:p>
        </p:txBody>
      </p:sp>
      <p:pic>
        <p:nvPicPr>
          <p:cNvPr id="4" name="Picture Placeholder 7" descr="Close-up of a machine with a pipe&#10;&#10;Description automatically generated">
            <a:extLst>
              <a:ext uri="{FF2B5EF4-FFF2-40B4-BE49-F238E27FC236}">
                <a16:creationId xmlns:a16="http://schemas.microsoft.com/office/drawing/2014/main" id="{9209C304-A8BC-8043-4312-A43ED5878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136313" cy="6858000"/>
          </a:xfrm>
          <a:custGeom>
            <a:avLst/>
            <a:gdLst>
              <a:gd name="connsiteX0" fmla="*/ 1965054 w 11136313"/>
              <a:gd name="connsiteY0" fmla="*/ 0 h 6858000"/>
              <a:gd name="connsiteX1" fmla="*/ 11136313 w 11136313"/>
              <a:gd name="connsiteY1" fmla="*/ 0 h 6858000"/>
              <a:gd name="connsiteX2" fmla="*/ 4234627 w 11136313"/>
              <a:gd name="connsiteY2" fmla="*/ 6858000 h 6858000"/>
              <a:gd name="connsiteX3" fmla="*/ 0 w 11136313"/>
              <a:gd name="connsiteY3" fmla="*/ 6858000 h 6858000"/>
              <a:gd name="connsiteX4" fmla="*/ 0 w 11136313"/>
              <a:gd name="connsiteY4" fmla="*/ 19526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6313" h="6858000">
                <a:moveTo>
                  <a:pt x="1965054" y="0"/>
                </a:moveTo>
                <a:lnTo>
                  <a:pt x="11136313" y="0"/>
                </a:lnTo>
                <a:lnTo>
                  <a:pt x="4234627" y="6858000"/>
                </a:lnTo>
                <a:lnTo>
                  <a:pt x="0" y="6858000"/>
                </a:lnTo>
                <a:lnTo>
                  <a:pt x="0" y="1952616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7611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01E4D0B-BFED-4465-81A1-31C87FEE7328}"/>
              </a:ext>
            </a:extLst>
          </p:cNvPr>
          <p:cNvGrpSpPr/>
          <p:nvPr userDrawn="1"/>
        </p:nvGrpSpPr>
        <p:grpSpPr>
          <a:xfrm>
            <a:off x="1115983" y="1078979"/>
            <a:ext cx="10157903" cy="5730428"/>
            <a:chOff x="2624545" y="2201763"/>
            <a:chExt cx="6733086" cy="3798369"/>
          </a:xfrm>
        </p:grpSpPr>
        <p:sp>
          <p:nvSpPr>
            <p:cNvPr id="5" name="Shape 984">
              <a:extLst>
                <a:ext uri="{FF2B5EF4-FFF2-40B4-BE49-F238E27FC236}">
                  <a16:creationId xmlns:a16="http://schemas.microsoft.com/office/drawing/2014/main" id="{781A291A-98EC-43A4-8BBD-69B0591A82FB}"/>
                </a:ext>
              </a:extLst>
            </p:cNvPr>
            <p:cNvSpPr/>
            <p:nvPr/>
          </p:nvSpPr>
          <p:spPr>
            <a:xfrm>
              <a:off x="2624545" y="2239149"/>
              <a:ext cx="2750637" cy="3760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83" y="2111"/>
                  </a:moveTo>
                  <a:lnTo>
                    <a:pt x="16012" y="2147"/>
                  </a:lnTo>
                  <a:lnTo>
                    <a:pt x="16012" y="2169"/>
                  </a:lnTo>
                  <a:lnTo>
                    <a:pt x="16012" y="2204"/>
                  </a:lnTo>
                  <a:lnTo>
                    <a:pt x="15983" y="2219"/>
                  </a:lnTo>
                  <a:lnTo>
                    <a:pt x="15983" y="2240"/>
                  </a:lnTo>
                  <a:lnTo>
                    <a:pt x="15963" y="2254"/>
                  </a:lnTo>
                  <a:lnTo>
                    <a:pt x="15983" y="2290"/>
                  </a:lnTo>
                  <a:lnTo>
                    <a:pt x="15983" y="2312"/>
                  </a:lnTo>
                  <a:lnTo>
                    <a:pt x="16031" y="2348"/>
                  </a:lnTo>
                  <a:lnTo>
                    <a:pt x="16061" y="2383"/>
                  </a:lnTo>
                  <a:lnTo>
                    <a:pt x="16110" y="2398"/>
                  </a:lnTo>
                  <a:lnTo>
                    <a:pt x="16129" y="2419"/>
                  </a:lnTo>
                  <a:lnTo>
                    <a:pt x="16178" y="2433"/>
                  </a:lnTo>
                  <a:lnTo>
                    <a:pt x="16256" y="2433"/>
                  </a:lnTo>
                  <a:lnTo>
                    <a:pt x="16305" y="2433"/>
                  </a:lnTo>
                  <a:lnTo>
                    <a:pt x="16403" y="2433"/>
                  </a:lnTo>
                  <a:lnTo>
                    <a:pt x="16481" y="2419"/>
                  </a:lnTo>
                  <a:lnTo>
                    <a:pt x="16579" y="2419"/>
                  </a:lnTo>
                  <a:lnTo>
                    <a:pt x="16647" y="2419"/>
                  </a:lnTo>
                  <a:lnTo>
                    <a:pt x="16725" y="2419"/>
                  </a:lnTo>
                  <a:lnTo>
                    <a:pt x="16793" y="2433"/>
                  </a:lnTo>
                  <a:lnTo>
                    <a:pt x="16842" y="2455"/>
                  </a:lnTo>
                  <a:lnTo>
                    <a:pt x="16891" y="2491"/>
                  </a:lnTo>
                  <a:lnTo>
                    <a:pt x="16920" y="2548"/>
                  </a:lnTo>
                  <a:lnTo>
                    <a:pt x="16969" y="2598"/>
                  </a:lnTo>
                  <a:lnTo>
                    <a:pt x="16999" y="2634"/>
                  </a:lnTo>
                  <a:lnTo>
                    <a:pt x="17047" y="2670"/>
                  </a:lnTo>
                  <a:lnTo>
                    <a:pt x="17096" y="2705"/>
                  </a:lnTo>
                  <a:lnTo>
                    <a:pt x="17116" y="2763"/>
                  </a:lnTo>
                  <a:lnTo>
                    <a:pt x="17165" y="2798"/>
                  </a:lnTo>
                  <a:lnTo>
                    <a:pt x="17194" y="2870"/>
                  </a:lnTo>
                  <a:lnTo>
                    <a:pt x="17194" y="2942"/>
                  </a:lnTo>
                  <a:lnTo>
                    <a:pt x="17194" y="3035"/>
                  </a:lnTo>
                  <a:lnTo>
                    <a:pt x="17165" y="3085"/>
                  </a:lnTo>
                  <a:lnTo>
                    <a:pt x="17165" y="3142"/>
                  </a:lnTo>
                  <a:lnTo>
                    <a:pt x="17165" y="3178"/>
                  </a:lnTo>
                  <a:lnTo>
                    <a:pt x="17165" y="3214"/>
                  </a:lnTo>
                  <a:lnTo>
                    <a:pt x="17165" y="3228"/>
                  </a:lnTo>
                  <a:lnTo>
                    <a:pt x="17194" y="3228"/>
                  </a:lnTo>
                  <a:lnTo>
                    <a:pt x="17243" y="3249"/>
                  </a:lnTo>
                  <a:lnTo>
                    <a:pt x="17292" y="3249"/>
                  </a:lnTo>
                  <a:lnTo>
                    <a:pt x="17341" y="3249"/>
                  </a:lnTo>
                  <a:lnTo>
                    <a:pt x="17360" y="3264"/>
                  </a:lnTo>
                  <a:lnTo>
                    <a:pt x="17409" y="3264"/>
                  </a:lnTo>
                  <a:lnTo>
                    <a:pt x="17409" y="3285"/>
                  </a:lnTo>
                  <a:lnTo>
                    <a:pt x="17409" y="3299"/>
                  </a:lnTo>
                  <a:lnTo>
                    <a:pt x="17389" y="3321"/>
                  </a:lnTo>
                  <a:lnTo>
                    <a:pt x="17311" y="3321"/>
                  </a:lnTo>
                  <a:lnTo>
                    <a:pt x="17262" y="3335"/>
                  </a:lnTo>
                  <a:lnTo>
                    <a:pt x="17243" y="3357"/>
                  </a:lnTo>
                  <a:lnTo>
                    <a:pt x="17243" y="3371"/>
                  </a:lnTo>
                  <a:lnTo>
                    <a:pt x="17262" y="3371"/>
                  </a:lnTo>
                  <a:lnTo>
                    <a:pt x="17292" y="3392"/>
                  </a:lnTo>
                  <a:lnTo>
                    <a:pt x="17341" y="3414"/>
                  </a:lnTo>
                  <a:lnTo>
                    <a:pt x="17360" y="3414"/>
                  </a:lnTo>
                  <a:lnTo>
                    <a:pt x="17341" y="3414"/>
                  </a:lnTo>
                  <a:lnTo>
                    <a:pt x="17292" y="3414"/>
                  </a:lnTo>
                  <a:lnTo>
                    <a:pt x="17243" y="3428"/>
                  </a:lnTo>
                  <a:lnTo>
                    <a:pt x="17214" y="3450"/>
                  </a:lnTo>
                  <a:lnTo>
                    <a:pt x="17165" y="3464"/>
                  </a:lnTo>
                  <a:lnTo>
                    <a:pt x="17145" y="3485"/>
                  </a:lnTo>
                  <a:lnTo>
                    <a:pt x="17145" y="3500"/>
                  </a:lnTo>
                  <a:lnTo>
                    <a:pt x="17165" y="3536"/>
                  </a:lnTo>
                  <a:lnTo>
                    <a:pt x="17214" y="3557"/>
                  </a:lnTo>
                  <a:lnTo>
                    <a:pt x="17262" y="3571"/>
                  </a:lnTo>
                  <a:lnTo>
                    <a:pt x="17311" y="3593"/>
                  </a:lnTo>
                  <a:lnTo>
                    <a:pt x="17389" y="3593"/>
                  </a:lnTo>
                  <a:lnTo>
                    <a:pt x="17438" y="3593"/>
                  </a:lnTo>
                  <a:lnTo>
                    <a:pt x="17487" y="3571"/>
                  </a:lnTo>
                  <a:lnTo>
                    <a:pt x="17507" y="3557"/>
                  </a:lnTo>
                  <a:lnTo>
                    <a:pt x="17536" y="3536"/>
                  </a:lnTo>
                  <a:lnTo>
                    <a:pt x="17565" y="3521"/>
                  </a:lnTo>
                  <a:lnTo>
                    <a:pt x="17585" y="3500"/>
                  </a:lnTo>
                  <a:lnTo>
                    <a:pt x="17585" y="3485"/>
                  </a:lnTo>
                  <a:lnTo>
                    <a:pt x="17614" y="3464"/>
                  </a:lnTo>
                  <a:lnTo>
                    <a:pt x="17634" y="3464"/>
                  </a:lnTo>
                  <a:lnTo>
                    <a:pt x="17663" y="3464"/>
                  </a:lnTo>
                  <a:lnTo>
                    <a:pt x="17682" y="3450"/>
                  </a:lnTo>
                  <a:lnTo>
                    <a:pt x="17731" y="3485"/>
                  </a:lnTo>
                  <a:lnTo>
                    <a:pt x="17731" y="3536"/>
                  </a:lnTo>
                  <a:lnTo>
                    <a:pt x="17731" y="3607"/>
                  </a:lnTo>
                  <a:lnTo>
                    <a:pt x="17712" y="3664"/>
                  </a:lnTo>
                  <a:lnTo>
                    <a:pt x="17682" y="3679"/>
                  </a:lnTo>
                  <a:lnTo>
                    <a:pt x="17634" y="3679"/>
                  </a:lnTo>
                  <a:lnTo>
                    <a:pt x="17614" y="3700"/>
                  </a:lnTo>
                  <a:lnTo>
                    <a:pt x="17565" y="3715"/>
                  </a:lnTo>
                  <a:lnTo>
                    <a:pt x="17507" y="3736"/>
                  </a:lnTo>
                  <a:lnTo>
                    <a:pt x="17458" y="3772"/>
                  </a:lnTo>
                  <a:lnTo>
                    <a:pt x="17438" y="3786"/>
                  </a:lnTo>
                  <a:lnTo>
                    <a:pt x="17389" y="3808"/>
                  </a:lnTo>
                  <a:lnTo>
                    <a:pt x="17360" y="3843"/>
                  </a:lnTo>
                  <a:lnTo>
                    <a:pt x="17360" y="3901"/>
                  </a:lnTo>
                  <a:lnTo>
                    <a:pt x="17341" y="3972"/>
                  </a:lnTo>
                  <a:lnTo>
                    <a:pt x="17311" y="4044"/>
                  </a:lnTo>
                  <a:lnTo>
                    <a:pt x="17311" y="4094"/>
                  </a:lnTo>
                  <a:lnTo>
                    <a:pt x="17311" y="4165"/>
                  </a:lnTo>
                  <a:lnTo>
                    <a:pt x="17341" y="4201"/>
                  </a:lnTo>
                  <a:lnTo>
                    <a:pt x="17341" y="4244"/>
                  </a:lnTo>
                  <a:lnTo>
                    <a:pt x="17360" y="4280"/>
                  </a:lnTo>
                  <a:lnTo>
                    <a:pt x="17409" y="4294"/>
                  </a:lnTo>
                  <a:lnTo>
                    <a:pt x="17458" y="4330"/>
                  </a:lnTo>
                  <a:lnTo>
                    <a:pt x="17507" y="4351"/>
                  </a:lnTo>
                  <a:lnTo>
                    <a:pt x="17536" y="4387"/>
                  </a:lnTo>
                  <a:lnTo>
                    <a:pt x="17585" y="4423"/>
                  </a:lnTo>
                  <a:lnTo>
                    <a:pt x="17614" y="4473"/>
                  </a:lnTo>
                  <a:lnTo>
                    <a:pt x="17614" y="4509"/>
                  </a:lnTo>
                  <a:lnTo>
                    <a:pt x="17614" y="4566"/>
                  </a:lnTo>
                  <a:lnTo>
                    <a:pt x="17634" y="4602"/>
                  </a:lnTo>
                  <a:lnTo>
                    <a:pt x="17682" y="4638"/>
                  </a:lnTo>
                  <a:lnTo>
                    <a:pt x="17731" y="4674"/>
                  </a:lnTo>
                  <a:lnTo>
                    <a:pt x="17780" y="4709"/>
                  </a:lnTo>
                  <a:lnTo>
                    <a:pt x="17829" y="4731"/>
                  </a:lnTo>
                  <a:lnTo>
                    <a:pt x="17907" y="4767"/>
                  </a:lnTo>
                  <a:lnTo>
                    <a:pt x="17956" y="4802"/>
                  </a:lnTo>
                  <a:lnTo>
                    <a:pt x="18005" y="4817"/>
                  </a:lnTo>
                  <a:lnTo>
                    <a:pt x="18054" y="4852"/>
                  </a:lnTo>
                  <a:lnTo>
                    <a:pt x="18132" y="4888"/>
                  </a:lnTo>
                  <a:lnTo>
                    <a:pt x="18200" y="4946"/>
                  </a:lnTo>
                  <a:lnTo>
                    <a:pt x="18278" y="4960"/>
                  </a:lnTo>
                  <a:lnTo>
                    <a:pt x="18376" y="4996"/>
                  </a:lnTo>
                  <a:lnTo>
                    <a:pt x="18445" y="4996"/>
                  </a:lnTo>
                  <a:lnTo>
                    <a:pt x="18523" y="4996"/>
                  </a:lnTo>
                  <a:lnTo>
                    <a:pt x="18591" y="4981"/>
                  </a:lnTo>
                  <a:lnTo>
                    <a:pt x="18640" y="4981"/>
                  </a:lnTo>
                  <a:lnTo>
                    <a:pt x="18699" y="4981"/>
                  </a:lnTo>
                  <a:lnTo>
                    <a:pt x="18747" y="4981"/>
                  </a:lnTo>
                  <a:lnTo>
                    <a:pt x="18796" y="4996"/>
                  </a:lnTo>
                  <a:lnTo>
                    <a:pt x="18816" y="5017"/>
                  </a:lnTo>
                  <a:lnTo>
                    <a:pt x="18845" y="5031"/>
                  </a:lnTo>
                  <a:lnTo>
                    <a:pt x="18865" y="5053"/>
                  </a:lnTo>
                  <a:lnTo>
                    <a:pt x="18865" y="5067"/>
                  </a:lnTo>
                  <a:lnTo>
                    <a:pt x="18894" y="5067"/>
                  </a:lnTo>
                  <a:lnTo>
                    <a:pt x="18913" y="5089"/>
                  </a:lnTo>
                  <a:lnTo>
                    <a:pt x="18943" y="5089"/>
                  </a:lnTo>
                  <a:lnTo>
                    <a:pt x="18992" y="5089"/>
                  </a:lnTo>
                  <a:lnTo>
                    <a:pt x="19040" y="5089"/>
                  </a:lnTo>
                  <a:lnTo>
                    <a:pt x="19089" y="5089"/>
                  </a:lnTo>
                  <a:lnTo>
                    <a:pt x="19109" y="5089"/>
                  </a:lnTo>
                  <a:lnTo>
                    <a:pt x="19187" y="5067"/>
                  </a:lnTo>
                  <a:lnTo>
                    <a:pt x="19207" y="5067"/>
                  </a:lnTo>
                  <a:lnTo>
                    <a:pt x="19255" y="5053"/>
                  </a:lnTo>
                  <a:lnTo>
                    <a:pt x="19314" y="5031"/>
                  </a:lnTo>
                  <a:lnTo>
                    <a:pt x="19334" y="5017"/>
                  </a:lnTo>
                  <a:lnTo>
                    <a:pt x="19363" y="4996"/>
                  </a:lnTo>
                  <a:lnTo>
                    <a:pt x="19382" y="4960"/>
                  </a:lnTo>
                  <a:lnTo>
                    <a:pt x="19382" y="4946"/>
                  </a:lnTo>
                  <a:lnTo>
                    <a:pt x="19382" y="4874"/>
                  </a:lnTo>
                  <a:lnTo>
                    <a:pt x="19382" y="4817"/>
                  </a:lnTo>
                  <a:lnTo>
                    <a:pt x="19382" y="4781"/>
                  </a:lnTo>
                  <a:lnTo>
                    <a:pt x="19382" y="4767"/>
                  </a:lnTo>
                  <a:lnTo>
                    <a:pt x="19382" y="4731"/>
                  </a:lnTo>
                  <a:lnTo>
                    <a:pt x="19412" y="4709"/>
                  </a:lnTo>
                  <a:lnTo>
                    <a:pt x="19431" y="4695"/>
                  </a:lnTo>
                  <a:lnTo>
                    <a:pt x="19461" y="4674"/>
                  </a:lnTo>
                  <a:lnTo>
                    <a:pt x="19480" y="4638"/>
                  </a:lnTo>
                  <a:lnTo>
                    <a:pt x="19461" y="4581"/>
                  </a:lnTo>
                  <a:lnTo>
                    <a:pt x="19431" y="4530"/>
                  </a:lnTo>
                  <a:lnTo>
                    <a:pt x="19431" y="4495"/>
                  </a:lnTo>
                  <a:lnTo>
                    <a:pt x="19461" y="4473"/>
                  </a:lnTo>
                  <a:lnTo>
                    <a:pt x="19480" y="4437"/>
                  </a:lnTo>
                  <a:lnTo>
                    <a:pt x="19529" y="4402"/>
                  </a:lnTo>
                  <a:lnTo>
                    <a:pt x="19578" y="4351"/>
                  </a:lnTo>
                  <a:lnTo>
                    <a:pt x="19607" y="4294"/>
                  </a:lnTo>
                  <a:lnTo>
                    <a:pt x="19627" y="4244"/>
                  </a:lnTo>
                  <a:lnTo>
                    <a:pt x="19656" y="4187"/>
                  </a:lnTo>
                  <a:lnTo>
                    <a:pt x="19627" y="4151"/>
                  </a:lnTo>
                  <a:lnTo>
                    <a:pt x="19627" y="4094"/>
                  </a:lnTo>
                  <a:lnTo>
                    <a:pt x="19656" y="4044"/>
                  </a:lnTo>
                  <a:lnTo>
                    <a:pt x="19675" y="4008"/>
                  </a:lnTo>
                  <a:lnTo>
                    <a:pt x="19754" y="3951"/>
                  </a:lnTo>
                  <a:lnTo>
                    <a:pt x="19802" y="3901"/>
                  </a:lnTo>
                  <a:lnTo>
                    <a:pt x="19881" y="3865"/>
                  </a:lnTo>
                  <a:lnTo>
                    <a:pt x="19949" y="3829"/>
                  </a:lnTo>
                  <a:lnTo>
                    <a:pt x="19998" y="3808"/>
                  </a:lnTo>
                  <a:lnTo>
                    <a:pt x="20047" y="3786"/>
                  </a:lnTo>
                  <a:lnTo>
                    <a:pt x="20096" y="3772"/>
                  </a:lnTo>
                  <a:lnTo>
                    <a:pt x="20174" y="3750"/>
                  </a:lnTo>
                  <a:lnTo>
                    <a:pt x="20242" y="3700"/>
                  </a:lnTo>
                  <a:lnTo>
                    <a:pt x="20320" y="3664"/>
                  </a:lnTo>
                  <a:lnTo>
                    <a:pt x="20389" y="3593"/>
                  </a:lnTo>
                  <a:lnTo>
                    <a:pt x="20447" y="3536"/>
                  </a:lnTo>
                  <a:lnTo>
                    <a:pt x="20496" y="3464"/>
                  </a:lnTo>
                  <a:lnTo>
                    <a:pt x="20516" y="3392"/>
                  </a:lnTo>
                  <a:lnTo>
                    <a:pt x="20564" y="3335"/>
                  </a:lnTo>
                  <a:lnTo>
                    <a:pt x="20594" y="3299"/>
                  </a:lnTo>
                  <a:lnTo>
                    <a:pt x="20594" y="3264"/>
                  </a:lnTo>
                  <a:lnTo>
                    <a:pt x="20643" y="3249"/>
                  </a:lnTo>
                  <a:lnTo>
                    <a:pt x="20691" y="3228"/>
                  </a:lnTo>
                  <a:lnTo>
                    <a:pt x="20740" y="3214"/>
                  </a:lnTo>
                  <a:lnTo>
                    <a:pt x="20760" y="3192"/>
                  </a:lnTo>
                  <a:lnTo>
                    <a:pt x="20809" y="3178"/>
                  </a:lnTo>
                  <a:lnTo>
                    <a:pt x="20858" y="3142"/>
                  </a:lnTo>
                  <a:lnTo>
                    <a:pt x="20906" y="3106"/>
                  </a:lnTo>
                  <a:lnTo>
                    <a:pt x="20985" y="3070"/>
                  </a:lnTo>
                  <a:lnTo>
                    <a:pt x="21063" y="3035"/>
                  </a:lnTo>
                  <a:lnTo>
                    <a:pt x="21131" y="2977"/>
                  </a:lnTo>
                  <a:lnTo>
                    <a:pt x="21209" y="2942"/>
                  </a:lnTo>
                  <a:lnTo>
                    <a:pt x="21258" y="2884"/>
                  </a:lnTo>
                  <a:lnTo>
                    <a:pt x="21326" y="2834"/>
                  </a:lnTo>
                  <a:lnTo>
                    <a:pt x="21405" y="2798"/>
                  </a:lnTo>
                  <a:lnTo>
                    <a:pt x="21453" y="2763"/>
                  </a:lnTo>
                  <a:lnTo>
                    <a:pt x="21473" y="2705"/>
                  </a:lnTo>
                  <a:lnTo>
                    <a:pt x="21522" y="2691"/>
                  </a:lnTo>
                  <a:lnTo>
                    <a:pt x="21522" y="2655"/>
                  </a:lnTo>
                  <a:lnTo>
                    <a:pt x="21551" y="2634"/>
                  </a:lnTo>
                  <a:lnTo>
                    <a:pt x="21522" y="2619"/>
                  </a:lnTo>
                  <a:lnTo>
                    <a:pt x="21453" y="2598"/>
                  </a:lnTo>
                  <a:lnTo>
                    <a:pt x="21375" y="2598"/>
                  </a:lnTo>
                  <a:lnTo>
                    <a:pt x="21278" y="2619"/>
                  </a:lnTo>
                  <a:lnTo>
                    <a:pt x="21180" y="2634"/>
                  </a:lnTo>
                  <a:lnTo>
                    <a:pt x="21112" y="2655"/>
                  </a:lnTo>
                  <a:lnTo>
                    <a:pt x="21004" y="2691"/>
                  </a:lnTo>
                  <a:lnTo>
                    <a:pt x="20936" y="2727"/>
                  </a:lnTo>
                  <a:lnTo>
                    <a:pt x="20906" y="2741"/>
                  </a:lnTo>
                  <a:lnTo>
                    <a:pt x="20906" y="2727"/>
                  </a:lnTo>
                  <a:lnTo>
                    <a:pt x="20936" y="2705"/>
                  </a:lnTo>
                  <a:lnTo>
                    <a:pt x="20955" y="2691"/>
                  </a:lnTo>
                  <a:lnTo>
                    <a:pt x="20955" y="2655"/>
                  </a:lnTo>
                  <a:lnTo>
                    <a:pt x="20936" y="2619"/>
                  </a:lnTo>
                  <a:lnTo>
                    <a:pt x="20887" y="2619"/>
                  </a:lnTo>
                  <a:lnTo>
                    <a:pt x="20789" y="2619"/>
                  </a:lnTo>
                  <a:lnTo>
                    <a:pt x="20760" y="2634"/>
                  </a:lnTo>
                  <a:lnTo>
                    <a:pt x="20760" y="2619"/>
                  </a:lnTo>
                  <a:lnTo>
                    <a:pt x="20809" y="2598"/>
                  </a:lnTo>
                  <a:lnTo>
                    <a:pt x="20906" y="2562"/>
                  </a:lnTo>
                  <a:lnTo>
                    <a:pt x="21004" y="2548"/>
                  </a:lnTo>
                  <a:lnTo>
                    <a:pt x="21082" y="2526"/>
                  </a:lnTo>
                  <a:lnTo>
                    <a:pt x="21160" y="2505"/>
                  </a:lnTo>
                  <a:lnTo>
                    <a:pt x="21209" y="2526"/>
                  </a:lnTo>
                  <a:lnTo>
                    <a:pt x="21229" y="2526"/>
                  </a:lnTo>
                  <a:lnTo>
                    <a:pt x="21278" y="2548"/>
                  </a:lnTo>
                  <a:lnTo>
                    <a:pt x="21326" y="2526"/>
                  </a:lnTo>
                  <a:lnTo>
                    <a:pt x="21375" y="2526"/>
                  </a:lnTo>
                  <a:lnTo>
                    <a:pt x="21424" y="2505"/>
                  </a:lnTo>
                  <a:lnTo>
                    <a:pt x="21473" y="2469"/>
                  </a:lnTo>
                  <a:lnTo>
                    <a:pt x="21502" y="2455"/>
                  </a:lnTo>
                  <a:lnTo>
                    <a:pt x="21502" y="2419"/>
                  </a:lnTo>
                  <a:lnTo>
                    <a:pt x="21473" y="2383"/>
                  </a:lnTo>
                  <a:lnTo>
                    <a:pt x="21453" y="2362"/>
                  </a:lnTo>
                  <a:lnTo>
                    <a:pt x="21424" y="2348"/>
                  </a:lnTo>
                  <a:lnTo>
                    <a:pt x="21375" y="2326"/>
                  </a:lnTo>
                  <a:lnTo>
                    <a:pt x="21326" y="2326"/>
                  </a:lnTo>
                  <a:lnTo>
                    <a:pt x="21258" y="2312"/>
                  </a:lnTo>
                  <a:lnTo>
                    <a:pt x="21180" y="2312"/>
                  </a:lnTo>
                  <a:lnTo>
                    <a:pt x="21112" y="2312"/>
                  </a:lnTo>
                  <a:lnTo>
                    <a:pt x="21033" y="2312"/>
                  </a:lnTo>
                  <a:lnTo>
                    <a:pt x="20955" y="2312"/>
                  </a:lnTo>
                  <a:lnTo>
                    <a:pt x="20906" y="2312"/>
                  </a:lnTo>
                  <a:lnTo>
                    <a:pt x="20887" y="2326"/>
                  </a:lnTo>
                  <a:lnTo>
                    <a:pt x="20858" y="2326"/>
                  </a:lnTo>
                  <a:lnTo>
                    <a:pt x="20858" y="2312"/>
                  </a:lnTo>
                  <a:lnTo>
                    <a:pt x="20887" y="2290"/>
                  </a:lnTo>
                  <a:lnTo>
                    <a:pt x="20936" y="2276"/>
                  </a:lnTo>
                  <a:lnTo>
                    <a:pt x="20985" y="2276"/>
                  </a:lnTo>
                  <a:lnTo>
                    <a:pt x="21033" y="2276"/>
                  </a:lnTo>
                  <a:lnTo>
                    <a:pt x="21082" y="2276"/>
                  </a:lnTo>
                  <a:lnTo>
                    <a:pt x="21112" y="2254"/>
                  </a:lnTo>
                  <a:lnTo>
                    <a:pt x="21112" y="2240"/>
                  </a:lnTo>
                  <a:lnTo>
                    <a:pt x="21063" y="2219"/>
                  </a:lnTo>
                  <a:lnTo>
                    <a:pt x="21004" y="2204"/>
                  </a:lnTo>
                  <a:lnTo>
                    <a:pt x="20955" y="2183"/>
                  </a:lnTo>
                  <a:lnTo>
                    <a:pt x="20906" y="2169"/>
                  </a:lnTo>
                  <a:lnTo>
                    <a:pt x="20858" y="2169"/>
                  </a:lnTo>
                  <a:lnTo>
                    <a:pt x="20838" y="2147"/>
                  </a:lnTo>
                  <a:lnTo>
                    <a:pt x="20838" y="2133"/>
                  </a:lnTo>
                  <a:lnTo>
                    <a:pt x="20887" y="2111"/>
                  </a:lnTo>
                  <a:lnTo>
                    <a:pt x="20936" y="2090"/>
                  </a:lnTo>
                  <a:lnTo>
                    <a:pt x="20985" y="2076"/>
                  </a:lnTo>
                  <a:lnTo>
                    <a:pt x="21004" y="2040"/>
                  </a:lnTo>
                  <a:lnTo>
                    <a:pt x="21033" y="2018"/>
                  </a:lnTo>
                  <a:lnTo>
                    <a:pt x="21063" y="1983"/>
                  </a:lnTo>
                  <a:lnTo>
                    <a:pt x="21063" y="1968"/>
                  </a:lnTo>
                  <a:lnTo>
                    <a:pt x="21033" y="1947"/>
                  </a:lnTo>
                  <a:lnTo>
                    <a:pt x="21033" y="1932"/>
                  </a:lnTo>
                  <a:lnTo>
                    <a:pt x="21004" y="1911"/>
                  </a:lnTo>
                  <a:lnTo>
                    <a:pt x="21004" y="1897"/>
                  </a:lnTo>
                  <a:lnTo>
                    <a:pt x="21004" y="1861"/>
                  </a:lnTo>
                  <a:lnTo>
                    <a:pt x="21033" y="1839"/>
                  </a:lnTo>
                  <a:lnTo>
                    <a:pt x="21033" y="1825"/>
                  </a:lnTo>
                  <a:lnTo>
                    <a:pt x="21033" y="1804"/>
                  </a:lnTo>
                  <a:lnTo>
                    <a:pt x="21004" y="1789"/>
                  </a:lnTo>
                  <a:lnTo>
                    <a:pt x="20985" y="1789"/>
                  </a:lnTo>
                  <a:lnTo>
                    <a:pt x="20936" y="1768"/>
                  </a:lnTo>
                  <a:lnTo>
                    <a:pt x="20906" y="1753"/>
                  </a:lnTo>
                  <a:lnTo>
                    <a:pt x="20906" y="1732"/>
                  </a:lnTo>
                  <a:lnTo>
                    <a:pt x="20906" y="1718"/>
                  </a:lnTo>
                  <a:lnTo>
                    <a:pt x="20906" y="1696"/>
                  </a:lnTo>
                  <a:lnTo>
                    <a:pt x="20887" y="1675"/>
                  </a:lnTo>
                  <a:lnTo>
                    <a:pt x="20838" y="1675"/>
                  </a:lnTo>
                  <a:lnTo>
                    <a:pt x="20789" y="1660"/>
                  </a:lnTo>
                  <a:lnTo>
                    <a:pt x="20711" y="1660"/>
                  </a:lnTo>
                  <a:lnTo>
                    <a:pt x="20643" y="1639"/>
                  </a:lnTo>
                  <a:lnTo>
                    <a:pt x="20564" y="1639"/>
                  </a:lnTo>
                  <a:lnTo>
                    <a:pt x="20516" y="1625"/>
                  </a:lnTo>
                  <a:lnTo>
                    <a:pt x="20467" y="1603"/>
                  </a:lnTo>
                  <a:lnTo>
                    <a:pt x="20467" y="1567"/>
                  </a:lnTo>
                  <a:lnTo>
                    <a:pt x="20516" y="1553"/>
                  </a:lnTo>
                  <a:lnTo>
                    <a:pt x="20564" y="1517"/>
                  </a:lnTo>
                  <a:lnTo>
                    <a:pt x="20594" y="1482"/>
                  </a:lnTo>
                  <a:lnTo>
                    <a:pt x="20613" y="1460"/>
                  </a:lnTo>
                  <a:lnTo>
                    <a:pt x="20594" y="1446"/>
                  </a:lnTo>
                  <a:lnTo>
                    <a:pt x="20564" y="1446"/>
                  </a:lnTo>
                  <a:lnTo>
                    <a:pt x="20545" y="1424"/>
                  </a:lnTo>
                  <a:lnTo>
                    <a:pt x="20496" y="1446"/>
                  </a:lnTo>
                  <a:lnTo>
                    <a:pt x="20447" y="1446"/>
                  </a:lnTo>
                  <a:lnTo>
                    <a:pt x="20389" y="1446"/>
                  </a:lnTo>
                  <a:lnTo>
                    <a:pt x="20369" y="1446"/>
                  </a:lnTo>
                  <a:lnTo>
                    <a:pt x="20340" y="1424"/>
                  </a:lnTo>
                  <a:lnTo>
                    <a:pt x="20340" y="1410"/>
                  </a:lnTo>
                  <a:lnTo>
                    <a:pt x="20320" y="1410"/>
                  </a:lnTo>
                  <a:lnTo>
                    <a:pt x="20291" y="1388"/>
                  </a:lnTo>
                  <a:lnTo>
                    <a:pt x="20271" y="1388"/>
                  </a:lnTo>
                  <a:lnTo>
                    <a:pt x="20223" y="1388"/>
                  </a:lnTo>
                  <a:lnTo>
                    <a:pt x="20144" y="1388"/>
                  </a:lnTo>
                  <a:lnTo>
                    <a:pt x="20076" y="1317"/>
                  </a:lnTo>
                  <a:lnTo>
                    <a:pt x="20047" y="1245"/>
                  </a:lnTo>
                  <a:lnTo>
                    <a:pt x="20027" y="1152"/>
                  </a:lnTo>
                  <a:lnTo>
                    <a:pt x="20027" y="1102"/>
                  </a:lnTo>
                  <a:lnTo>
                    <a:pt x="20027" y="1045"/>
                  </a:lnTo>
                  <a:lnTo>
                    <a:pt x="20027" y="1009"/>
                  </a:lnTo>
                  <a:lnTo>
                    <a:pt x="19998" y="959"/>
                  </a:lnTo>
                  <a:lnTo>
                    <a:pt x="19978" y="923"/>
                  </a:lnTo>
                  <a:lnTo>
                    <a:pt x="19978" y="866"/>
                  </a:lnTo>
                  <a:lnTo>
                    <a:pt x="19998" y="794"/>
                  </a:lnTo>
                  <a:lnTo>
                    <a:pt x="19998" y="737"/>
                  </a:lnTo>
                  <a:lnTo>
                    <a:pt x="19998" y="723"/>
                  </a:lnTo>
                  <a:lnTo>
                    <a:pt x="19978" y="701"/>
                  </a:lnTo>
                  <a:lnTo>
                    <a:pt x="19949" y="701"/>
                  </a:lnTo>
                  <a:lnTo>
                    <a:pt x="19929" y="687"/>
                  </a:lnTo>
                  <a:lnTo>
                    <a:pt x="19881" y="687"/>
                  </a:lnTo>
                  <a:lnTo>
                    <a:pt x="19851" y="701"/>
                  </a:lnTo>
                  <a:lnTo>
                    <a:pt x="19822" y="701"/>
                  </a:lnTo>
                  <a:lnTo>
                    <a:pt x="19802" y="701"/>
                  </a:lnTo>
                  <a:lnTo>
                    <a:pt x="19754" y="723"/>
                  </a:lnTo>
                  <a:lnTo>
                    <a:pt x="19705" y="737"/>
                  </a:lnTo>
                  <a:lnTo>
                    <a:pt x="19675" y="759"/>
                  </a:lnTo>
                  <a:lnTo>
                    <a:pt x="19656" y="794"/>
                  </a:lnTo>
                  <a:lnTo>
                    <a:pt x="19627" y="809"/>
                  </a:lnTo>
                  <a:lnTo>
                    <a:pt x="19607" y="830"/>
                  </a:lnTo>
                  <a:lnTo>
                    <a:pt x="19578" y="866"/>
                  </a:lnTo>
                  <a:lnTo>
                    <a:pt x="19578" y="887"/>
                  </a:lnTo>
                  <a:lnTo>
                    <a:pt x="19558" y="923"/>
                  </a:lnTo>
                  <a:lnTo>
                    <a:pt x="19529" y="938"/>
                  </a:lnTo>
                  <a:lnTo>
                    <a:pt x="19509" y="938"/>
                  </a:lnTo>
                  <a:lnTo>
                    <a:pt x="19480" y="938"/>
                  </a:lnTo>
                  <a:lnTo>
                    <a:pt x="19461" y="959"/>
                  </a:lnTo>
                  <a:lnTo>
                    <a:pt x="19461" y="938"/>
                  </a:lnTo>
                  <a:lnTo>
                    <a:pt x="19431" y="938"/>
                  </a:lnTo>
                  <a:lnTo>
                    <a:pt x="19412" y="923"/>
                  </a:lnTo>
                  <a:lnTo>
                    <a:pt x="19382" y="902"/>
                  </a:lnTo>
                  <a:lnTo>
                    <a:pt x="19363" y="902"/>
                  </a:lnTo>
                  <a:lnTo>
                    <a:pt x="19334" y="902"/>
                  </a:lnTo>
                  <a:lnTo>
                    <a:pt x="19314" y="923"/>
                  </a:lnTo>
                  <a:lnTo>
                    <a:pt x="19285" y="938"/>
                  </a:lnTo>
                  <a:lnTo>
                    <a:pt x="19255" y="959"/>
                  </a:lnTo>
                  <a:lnTo>
                    <a:pt x="19236" y="973"/>
                  </a:lnTo>
                  <a:lnTo>
                    <a:pt x="19187" y="1009"/>
                  </a:lnTo>
                  <a:lnTo>
                    <a:pt x="19187" y="995"/>
                  </a:lnTo>
                  <a:lnTo>
                    <a:pt x="19187" y="973"/>
                  </a:lnTo>
                  <a:lnTo>
                    <a:pt x="19187" y="959"/>
                  </a:lnTo>
                  <a:lnTo>
                    <a:pt x="19158" y="938"/>
                  </a:lnTo>
                  <a:lnTo>
                    <a:pt x="19089" y="938"/>
                  </a:lnTo>
                  <a:lnTo>
                    <a:pt x="19011" y="959"/>
                  </a:lnTo>
                  <a:lnTo>
                    <a:pt x="19011" y="938"/>
                  </a:lnTo>
                  <a:lnTo>
                    <a:pt x="19060" y="923"/>
                  </a:lnTo>
                  <a:lnTo>
                    <a:pt x="19089" y="887"/>
                  </a:lnTo>
                  <a:lnTo>
                    <a:pt x="19138" y="852"/>
                  </a:lnTo>
                  <a:lnTo>
                    <a:pt x="19158" y="830"/>
                  </a:lnTo>
                  <a:lnTo>
                    <a:pt x="19187" y="794"/>
                  </a:lnTo>
                  <a:lnTo>
                    <a:pt x="19158" y="773"/>
                  </a:lnTo>
                  <a:lnTo>
                    <a:pt x="19089" y="773"/>
                  </a:lnTo>
                  <a:lnTo>
                    <a:pt x="19040" y="794"/>
                  </a:lnTo>
                  <a:lnTo>
                    <a:pt x="18992" y="794"/>
                  </a:lnTo>
                  <a:lnTo>
                    <a:pt x="18943" y="794"/>
                  </a:lnTo>
                  <a:lnTo>
                    <a:pt x="18894" y="773"/>
                  </a:lnTo>
                  <a:lnTo>
                    <a:pt x="18865" y="773"/>
                  </a:lnTo>
                  <a:lnTo>
                    <a:pt x="18816" y="773"/>
                  </a:lnTo>
                  <a:lnTo>
                    <a:pt x="18796" y="773"/>
                  </a:lnTo>
                  <a:lnTo>
                    <a:pt x="18747" y="773"/>
                  </a:lnTo>
                  <a:lnTo>
                    <a:pt x="18718" y="773"/>
                  </a:lnTo>
                  <a:lnTo>
                    <a:pt x="18699" y="794"/>
                  </a:lnTo>
                  <a:lnTo>
                    <a:pt x="18669" y="794"/>
                  </a:lnTo>
                  <a:lnTo>
                    <a:pt x="18620" y="794"/>
                  </a:lnTo>
                  <a:lnTo>
                    <a:pt x="18542" y="830"/>
                  </a:lnTo>
                  <a:lnTo>
                    <a:pt x="18445" y="866"/>
                  </a:lnTo>
                  <a:lnTo>
                    <a:pt x="18327" y="902"/>
                  </a:lnTo>
                  <a:lnTo>
                    <a:pt x="18230" y="923"/>
                  </a:lnTo>
                  <a:lnTo>
                    <a:pt x="18103" y="959"/>
                  </a:lnTo>
                  <a:lnTo>
                    <a:pt x="18024" y="995"/>
                  </a:lnTo>
                  <a:lnTo>
                    <a:pt x="17956" y="1031"/>
                  </a:lnTo>
                  <a:lnTo>
                    <a:pt x="17927" y="1066"/>
                  </a:lnTo>
                  <a:lnTo>
                    <a:pt x="17907" y="1081"/>
                  </a:lnTo>
                  <a:lnTo>
                    <a:pt x="17878" y="1117"/>
                  </a:lnTo>
                  <a:lnTo>
                    <a:pt x="17878" y="1138"/>
                  </a:lnTo>
                  <a:lnTo>
                    <a:pt x="17858" y="1152"/>
                  </a:lnTo>
                  <a:lnTo>
                    <a:pt x="17829" y="1174"/>
                  </a:lnTo>
                  <a:lnTo>
                    <a:pt x="17780" y="1188"/>
                  </a:lnTo>
                  <a:lnTo>
                    <a:pt x="17731" y="1188"/>
                  </a:lnTo>
                  <a:lnTo>
                    <a:pt x="17663" y="1188"/>
                  </a:lnTo>
                  <a:lnTo>
                    <a:pt x="17585" y="1210"/>
                  </a:lnTo>
                  <a:lnTo>
                    <a:pt x="17507" y="1210"/>
                  </a:lnTo>
                  <a:lnTo>
                    <a:pt x="17409" y="1245"/>
                  </a:lnTo>
                  <a:lnTo>
                    <a:pt x="17341" y="1260"/>
                  </a:lnTo>
                  <a:lnTo>
                    <a:pt x="17262" y="1303"/>
                  </a:lnTo>
                  <a:lnTo>
                    <a:pt x="17194" y="1317"/>
                  </a:lnTo>
                  <a:lnTo>
                    <a:pt x="17145" y="1353"/>
                  </a:lnTo>
                  <a:lnTo>
                    <a:pt x="17116" y="1374"/>
                  </a:lnTo>
                  <a:lnTo>
                    <a:pt x="17096" y="1410"/>
                  </a:lnTo>
                  <a:lnTo>
                    <a:pt x="17047" y="1446"/>
                  </a:lnTo>
                  <a:lnTo>
                    <a:pt x="16969" y="1482"/>
                  </a:lnTo>
                  <a:lnTo>
                    <a:pt x="16872" y="1517"/>
                  </a:lnTo>
                  <a:lnTo>
                    <a:pt x="16793" y="1553"/>
                  </a:lnTo>
                  <a:lnTo>
                    <a:pt x="16725" y="1589"/>
                  </a:lnTo>
                  <a:lnTo>
                    <a:pt x="16676" y="1639"/>
                  </a:lnTo>
                  <a:lnTo>
                    <a:pt x="16647" y="1675"/>
                  </a:lnTo>
                  <a:lnTo>
                    <a:pt x="16647" y="1718"/>
                  </a:lnTo>
                  <a:lnTo>
                    <a:pt x="16627" y="1768"/>
                  </a:lnTo>
                  <a:lnTo>
                    <a:pt x="16579" y="1804"/>
                  </a:lnTo>
                  <a:lnTo>
                    <a:pt x="16530" y="1825"/>
                  </a:lnTo>
                  <a:lnTo>
                    <a:pt x="16452" y="1861"/>
                  </a:lnTo>
                  <a:lnTo>
                    <a:pt x="16383" y="1875"/>
                  </a:lnTo>
                  <a:lnTo>
                    <a:pt x="16305" y="1897"/>
                  </a:lnTo>
                  <a:lnTo>
                    <a:pt x="16207" y="1911"/>
                  </a:lnTo>
                  <a:lnTo>
                    <a:pt x="16129" y="1932"/>
                  </a:lnTo>
                  <a:lnTo>
                    <a:pt x="16080" y="1947"/>
                  </a:lnTo>
                  <a:lnTo>
                    <a:pt x="16012" y="1983"/>
                  </a:lnTo>
                  <a:lnTo>
                    <a:pt x="15983" y="2004"/>
                  </a:lnTo>
                  <a:lnTo>
                    <a:pt x="15963" y="2018"/>
                  </a:lnTo>
                  <a:lnTo>
                    <a:pt x="15963" y="2054"/>
                  </a:lnTo>
                  <a:lnTo>
                    <a:pt x="15963" y="2076"/>
                  </a:lnTo>
                  <a:lnTo>
                    <a:pt x="15983" y="2111"/>
                  </a:lnTo>
                  <a:close/>
                  <a:moveTo>
                    <a:pt x="12290" y="1138"/>
                  </a:moveTo>
                  <a:lnTo>
                    <a:pt x="12290" y="1138"/>
                  </a:lnTo>
                  <a:lnTo>
                    <a:pt x="12319" y="1138"/>
                  </a:lnTo>
                  <a:lnTo>
                    <a:pt x="12339" y="1174"/>
                  </a:lnTo>
                  <a:lnTo>
                    <a:pt x="12417" y="1188"/>
                  </a:lnTo>
                  <a:lnTo>
                    <a:pt x="12485" y="1188"/>
                  </a:lnTo>
                  <a:lnTo>
                    <a:pt x="12534" y="1152"/>
                  </a:lnTo>
                  <a:lnTo>
                    <a:pt x="12583" y="1138"/>
                  </a:lnTo>
                  <a:lnTo>
                    <a:pt x="12612" y="1117"/>
                  </a:lnTo>
                  <a:lnTo>
                    <a:pt x="12632" y="1102"/>
                  </a:lnTo>
                  <a:lnTo>
                    <a:pt x="12661" y="1117"/>
                  </a:lnTo>
                  <a:lnTo>
                    <a:pt x="12710" y="1138"/>
                  </a:lnTo>
                  <a:lnTo>
                    <a:pt x="12759" y="1174"/>
                  </a:lnTo>
                  <a:lnTo>
                    <a:pt x="12808" y="1210"/>
                  </a:lnTo>
                  <a:lnTo>
                    <a:pt x="12856" y="1245"/>
                  </a:lnTo>
                  <a:lnTo>
                    <a:pt x="12856" y="1260"/>
                  </a:lnTo>
                  <a:lnTo>
                    <a:pt x="12808" y="1245"/>
                  </a:lnTo>
                  <a:lnTo>
                    <a:pt x="12759" y="1224"/>
                  </a:lnTo>
                  <a:lnTo>
                    <a:pt x="12681" y="1210"/>
                  </a:lnTo>
                  <a:lnTo>
                    <a:pt x="12661" y="1224"/>
                  </a:lnTo>
                  <a:lnTo>
                    <a:pt x="12661" y="1260"/>
                  </a:lnTo>
                  <a:lnTo>
                    <a:pt x="12661" y="1303"/>
                  </a:lnTo>
                  <a:lnTo>
                    <a:pt x="12710" y="1317"/>
                  </a:lnTo>
                  <a:lnTo>
                    <a:pt x="12729" y="1353"/>
                  </a:lnTo>
                  <a:lnTo>
                    <a:pt x="12729" y="1388"/>
                  </a:lnTo>
                  <a:lnTo>
                    <a:pt x="12710" y="1410"/>
                  </a:lnTo>
                  <a:lnTo>
                    <a:pt x="12661" y="1424"/>
                  </a:lnTo>
                  <a:lnTo>
                    <a:pt x="12632" y="1446"/>
                  </a:lnTo>
                  <a:lnTo>
                    <a:pt x="12612" y="1460"/>
                  </a:lnTo>
                  <a:lnTo>
                    <a:pt x="12632" y="1496"/>
                  </a:lnTo>
                  <a:lnTo>
                    <a:pt x="12661" y="1532"/>
                  </a:lnTo>
                  <a:lnTo>
                    <a:pt x="12681" y="1532"/>
                  </a:lnTo>
                  <a:lnTo>
                    <a:pt x="12759" y="1532"/>
                  </a:lnTo>
                  <a:lnTo>
                    <a:pt x="12827" y="1532"/>
                  </a:lnTo>
                  <a:lnTo>
                    <a:pt x="12905" y="1532"/>
                  </a:lnTo>
                  <a:lnTo>
                    <a:pt x="12954" y="1532"/>
                  </a:lnTo>
                  <a:lnTo>
                    <a:pt x="13003" y="1517"/>
                  </a:lnTo>
                  <a:lnTo>
                    <a:pt x="13052" y="1496"/>
                  </a:lnTo>
                  <a:lnTo>
                    <a:pt x="13101" y="1482"/>
                  </a:lnTo>
                  <a:lnTo>
                    <a:pt x="13150" y="1460"/>
                  </a:lnTo>
                  <a:lnTo>
                    <a:pt x="13198" y="1460"/>
                  </a:lnTo>
                  <a:lnTo>
                    <a:pt x="13247" y="1482"/>
                  </a:lnTo>
                  <a:lnTo>
                    <a:pt x="13277" y="1482"/>
                  </a:lnTo>
                  <a:lnTo>
                    <a:pt x="13325" y="1482"/>
                  </a:lnTo>
                  <a:lnTo>
                    <a:pt x="13345" y="1460"/>
                  </a:lnTo>
                  <a:lnTo>
                    <a:pt x="13394" y="1424"/>
                  </a:lnTo>
                  <a:lnTo>
                    <a:pt x="13423" y="1410"/>
                  </a:lnTo>
                  <a:lnTo>
                    <a:pt x="13452" y="1388"/>
                  </a:lnTo>
                  <a:lnTo>
                    <a:pt x="13423" y="1353"/>
                  </a:lnTo>
                  <a:lnTo>
                    <a:pt x="13374" y="1338"/>
                  </a:lnTo>
                  <a:lnTo>
                    <a:pt x="13296" y="1317"/>
                  </a:lnTo>
                  <a:lnTo>
                    <a:pt x="13277" y="1303"/>
                  </a:lnTo>
                  <a:lnTo>
                    <a:pt x="13247" y="1281"/>
                  </a:lnTo>
                  <a:lnTo>
                    <a:pt x="13277" y="1260"/>
                  </a:lnTo>
                  <a:lnTo>
                    <a:pt x="13325" y="1245"/>
                  </a:lnTo>
                  <a:lnTo>
                    <a:pt x="13325" y="1224"/>
                  </a:lnTo>
                  <a:lnTo>
                    <a:pt x="13345" y="1188"/>
                  </a:lnTo>
                  <a:lnTo>
                    <a:pt x="13325" y="1152"/>
                  </a:lnTo>
                  <a:lnTo>
                    <a:pt x="13325" y="1138"/>
                  </a:lnTo>
                  <a:lnTo>
                    <a:pt x="13325" y="1117"/>
                  </a:lnTo>
                  <a:lnTo>
                    <a:pt x="13325" y="1102"/>
                  </a:lnTo>
                  <a:lnTo>
                    <a:pt x="13345" y="1081"/>
                  </a:lnTo>
                  <a:lnTo>
                    <a:pt x="13394" y="1031"/>
                  </a:lnTo>
                  <a:lnTo>
                    <a:pt x="13452" y="973"/>
                  </a:lnTo>
                  <a:lnTo>
                    <a:pt x="13423" y="923"/>
                  </a:lnTo>
                  <a:lnTo>
                    <a:pt x="13345" y="887"/>
                  </a:lnTo>
                  <a:lnTo>
                    <a:pt x="13277" y="852"/>
                  </a:lnTo>
                  <a:lnTo>
                    <a:pt x="13228" y="830"/>
                  </a:lnTo>
                  <a:lnTo>
                    <a:pt x="13228" y="794"/>
                  </a:lnTo>
                  <a:lnTo>
                    <a:pt x="13277" y="773"/>
                  </a:lnTo>
                  <a:lnTo>
                    <a:pt x="13345" y="737"/>
                  </a:lnTo>
                  <a:lnTo>
                    <a:pt x="13394" y="701"/>
                  </a:lnTo>
                  <a:lnTo>
                    <a:pt x="13423" y="651"/>
                  </a:lnTo>
                  <a:lnTo>
                    <a:pt x="13423" y="616"/>
                  </a:lnTo>
                  <a:lnTo>
                    <a:pt x="13423" y="558"/>
                  </a:lnTo>
                  <a:lnTo>
                    <a:pt x="13423" y="508"/>
                  </a:lnTo>
                  <a:lnTo>
                    <a:pt x="13423" y="472"/>
                  </a:lnTo>
                  <a:lnTo>
                    <a:pt x="13452" y="394"/>
                  </a:lnTo>
                  <a:lnTo>
                    <a:pt x="13452" y="344"/>
                  </a:lnTo>
                  <a:lnTo>
                    <a:pt x="13472" y="286"/>
                  </a:lnTo>
                  <a:lnTo>
                    <a:pt x="13452" y="272"/>
                  </a:lnTo>
                  <a:lnTo>
                    <a:pt x="13423" y="250"/>
                  </a:lnTo>
                  <a:lnTo>
                    <a:pt x="13374" y="272"/>
                  </a:lnTo>
                  <a:lnTo>
                    <a:pt x="13345" y="250"/>
                  </a:lnTo>
                  <a:lnTo>
                    <a:pt x="13374" y="215"/>
                  </a:lnTo>
                  <a:lnTo>
                    <a:pt x="13423" y="165"/>
                  </a:lnTo>
                  <a:lnTo>
                    <a:pt x="13452" y="129"/>
                  </a:lnTo>
                  <a:lnTo>
                    <a:pt x="13452" y="72"/>
                  </a:lnTo>
                  <a:lnTo>
                    <a:pt x="13452" y="36"/>
                  </a:lnTo>
                  <a:lnTo>
                    <a:pt x="13423" y="36"/>
                  </a:lnTo>
                  <a:lnTo>
                    <a:pt x="13394" y="36"/>
                  </a:lnTo>
                  <a:lnTo>
                    <a:pt x="13374" y="36"/>
                  </a:lnTo>
                  <a:lnTo>
                    <a:pt x="13345" y="36"/>
                  </a:lnTo>
                  <a:lnTo>
                    <a:pt x="13296" y="21"/>
                  </a:lnTo>
                  <a:lnTo>
                    <a:pt x="13247" y="21"/>
                  </a:lnTo>
                  <a:lnTo>
                    <a:pt x="13228" y="0"/>
                  </a:lnTo>
                  <a:lnTo>
                    <a:pt x="13198" y="0"/>
                  </a:lnTo>
                  <a:lnTo>
                    <a:pt x="13179" y="21"/>
                  </a:lnTo>
                  <a:lnTo>
                    <a:pt x="13150" y="36"/>
                  </a:lnTo>
                  <a:lnTo>
                    <a:pt x="13101" y="36"/>
                  </a:lnTo>
                  <a:lnTo>
                    <a:pt x="13052" y="36"/>
                  </a:lnTo>
                  <a:lnTo>
                    <a:pt x="13032" y="36"/>
                  </a:lnTo>
                  <a:lnTo>
                    <a:pt x="12983" y="57"/>
                  </a:lnTo>
                  <a:lnTo>
                    <a:pt x="12954" y="57"/>
                  </a:lnTo>
                  <a:lnTo>
                    <a:pt x="12935" y="57"/>
                  </a:lnTo>
                  <a:lnTo>
                    <a:pt x="12935" y="72"/>
                  </a:lnTo>
                  <a:lnTo>
                    <a:pt x="12905" y="93"/>
                  </a:lnTo>
                  <a:lnTo>
                    <a:pt x="12886" y="93"/>
                  </a:lnTo>
                  <a:lnTo>
                    <a:pt x="12856" y="93"/>
                  </a:lnTo>
                  <a:lnTo>
                    <a:pt x="12808" y="107"/>
                  </a:lnTo>
                  <a:lnTo>
                    <a:pt x="12729" y="129"/>
                  </a:lnTo>
                  <a:lnTo>
                    <a:pt x="12710" y="143"/>
                  </a:lnTo>
                  <a:lnTo>
                    <a:pt x="12661" y="179"/>
                  </a:lnTo>
                  <a:lnTo>
                    <a:pt x="12632" y="215"/>
                  </a:lnTo>
                  <a:lnTo>
                    <a:pt x="12632" y="250"/>
                  </a:lnTo>
                  <a:lnTo>
                    <a:pt x="12632" y="272"/>
                  </a:lnTo>
                  <a:lnTo>
                    <a:pt x="12632" y="286"/>
                  </a:lnTo>
                  <a:lnTo>
                    <a:pt x="12612" y="286"/>
                  </a:lnTo>
                  <a:lnTo>
                    <a:pt x="12563" y="308"/>
                  </a:lnTo>
                  <a:lnTo>
                    <a:pt x="12515" y="308"/>
                  </a:lnTo>
                  <a:lnTo>
                    <a:pt x="12485" y="322"/>
                  </a:lnTo>
                  <a:lnTo>
                    <a:pt x="12466" y="344"/>
                  </a:lnTo>
                  <a:lnTo>
                    <a:pt x="12436" y="358"/>
                  </a:lnTo>
                  <a:lnTo>
                    <a:pt x="12417" y="379"/>
                  </a:lnTo>
                  <a:lnTo>
                    <a:pt x="12388" y="394"/>
                  </a:lnTo>
                  <a:lnTo>
                    <a:pt x="12368" y="415"/>
                  </a:lnTo>
                  <a:lnTo>
                    <a:pt x="12339" y="437"/>
                  </a:lnTo>
                  <a:lnTo>
                    <a:pt x="12319" y="472"/>
                  </a:lnTo>
                  <a:lnTo>
                    <a:pt x="12319" y="508"/>
                  </a:lnTo>
                  <a:lnTo>
                    <a:pt x="12368" y="544"/>
                  </a:lnTo>
                  <a:lnTo>
                    <a:pt x="12388" y="580"/>
                  </a:lnTo>
                  <a:lnTo>
                    <a:pt x="12417" y="616"/>
                  </a:lnTo>
                  <a:lnTo>
                    <a:pt x="12417" y="630"/>
                  </a:lnTo>
                  <a:lnTo>
                    <a:pt x="12388" y="651"/>
                  </a:lnTo>
                  <a:lnTo>
                    <a:pt x="12388" y="687"/>
                  </a:lnTo>
                  <a:lnTo>
                    <a:pt x="12368" y="687"/>
                  </a:lnTo>
                  <a:lnTo>
                    <a:pt x="12339" y="666"/>
                  </a:lnTo>
                  <a:lnTo>
                    <a:pt x="12319" y="630"/>
                  </a:lnTo>
                  <a:lnTo>
                    <a:pt x="12290" y="594"/>
                  </a:lnTo>
                  <a:lnTo>
                    <a:pt x="12270" y="558"/>
                  </a:lnTo>
                  <a:lnTo>
                    <a:pt x="12241" y="544"/>
                  </a:lnTo>
                  <a:lnTo>
                    <a:pt x="12212" y="558"/>
                  </a:lnTo>
                  <a:lnTo>
                    <a:pt x="12192" y="580"/>
                  </a:lnTo>
                  <a:lnTo>
                    <a:pt x="12163" y="616"/>
                  </a:lnTo>
                  <a:lnTo>
                    <a:pt x="12143" y="630"/>
                  </a:lnTo>
                  <a:lnTo>
                    <a:pt x="12114" y="666"/>
                  </a:lnTo>
                  <a:lnTo>
                    <a:pt x="12114" y="701"/>
                  </a:lnTo>
                  <a:lnTo>
                    <a:pt x="12094" y="773"/>
                  </a:lnTo>
                  <a:lnTo>
                    <a:pt x="12065" y="830"/>
                  </a:lnTo>
                  <a:lnTo>
                    <a:pt x="12065" y="866"/>
                  </a:lnTo>
                  <a:lnTo>
                    <a:pt x="12065" y="902"/>
                  </a:lnTo>
                  <a:lnTo>
                    <a:pt x="12094" y="938"/>
                  </a:lnTo>
                  <a:lnTo>
                    <a:pt x="12143" y="959"/>
                  </a:lnTo>
                  <a:lnTo>
                    <a:pt x="12163" y="959"/>
                  </a:lnTo>
                  <a:lnTo>
                    <a:pt x="12212" y="959"/>
                  </a:lnTo>
                  <a:lnTo>
                    <a:pt x="12241" y="973"/>
                  </a:lnTo>
                  <a:lnTo>
                    <a:pt x="12270" y="959"/>
                  </a:lnTo>
                  <a:lnTo>
                    <a:pt x="12290" y="959"/>
                  </a:lnTo>
                  <a:lnTo>
                    <a:pt x="12290" y="973"/>
                  </a:lnTo>
                  <a:lnTo>
                    <a:pt x="12270" y="1009"/>
                  </a:lnTo>
                  <a:lnTo>
                    <a:pt x="12241" y="1031"/>
                  </a:lnTo>
                  <a:lnTo>
                    <a:pt x="12241" y="1045"/>
                  </a:lnTo>
                  <a:lnTo>
                    <a:pt x="12290" y="1138"/>
                  </a:lnTo>
                  <a:close/>
                  <a:moveTo>
                    <a:pt x="18230" y="7179"/>
                  </a:moveTo>
                  <a:lnTo>
                    <a:pt x="17976" y="7329"/>
                  </a:lnTo>
                  <a:lnTo>
                    <a:pt x="17712" y="7637"/>
                  </a:lnTo>
                  <a:lnTo>
                    <a:pt x="17663" y="7744"/>
                  </a:lnTo>
                  <a:lnTo>
                    <a:pt x="17663" y="7887"/>
                  </a:lnTo>
                  <a:lnTo>
                    <a:pt x="17810" y="7851"/>
                  </a:lnTo>
                  <a:lnTo>
                    <a:pt x="18073" y="7887"/>
                  </a:lnTo>
                  <a:lnTo>
                    <a:pt x="18230" y="7959"/>
                  </a:lnTo>
                  <a:lnTo>
                    <a:pt x="18376" y="7923"/>
                  </a:lnTo>
                  <a:lnTo>
                    <a:pt x="18493" y="8030"/>
                  </a:lnTo>
                  <a:lnTo>
                    <a:pt x="18699" y="7994"/>
                  </a:lnTo>
                  <a:lnTo>
                    <a:pt x="18699" y="7851"/>
                  </a:lnTo>
                  <a:lnTo>
                    <a:pt x="18591" y="7672"/>
                  </a:lnTo>
                  <a:lnTo>
                    <a:pt x="18181" y="7522"/>
                  </a:lnTo>
                  <a:lnTo>
                    <a:pt x="18132" y="7450"/>
                  </a:lnTo>
                  <a:lnTo>
                    <a:pt x="18230" y="7293"/>
                  </a:lnTo>
                  <a:lnTo>
                    <a:pt x="18230" y="7179"/>
                  </a:lnTo>
                  <a:close/>
                  <a:moveTo>
                    <a:pt x="12290" y="1768"/>
                  </a:moveTo>
                  <a:lnTo>
                    <a:pt x="12290" y="1753"/>
                  </a:lnTo>
                  <a:lnTo>
                    <a:pt x="12270" y="1753"/>
                  </a:lnTo>
                  <a:lnTo>
                    <a:pt x="12241" y="1768"/>
                  </a:lnTo>
                  <a:lnTo>
                    <a:pt x="12290" y="1768"/>
                  </a:lnTo>
                  <a:close/>
                  <a:moveTo>
                    <a:pt x="12094" y="1567"/>
                  </a:moveTo>
                  <a:lnTo>
                    <a:pt x="12143" y="1567"/>
                  </a:lnTo>
                  <a:lnTo>
                    <a:pt x="12212" y="1603"/>
                  </a:lnTo>
                  <a:lnTo>
                    <a:pt x="12241" y="1625"/>
                  </a:lnTo>
                  <a:lnTo>
                    <a:pt x="12270" y="1625"/>
                  </a:lnTo>
                  <a:lnTo>
                    <a:pt x="12319" y="1603"/>
                  </a:lnTo>
                  <a:lnTo>
                    <a:pt x="12368" y="1603"/>
                  </a:lnTo>
                  <a:lnTo>
                    <a:pt x="12388" y="1625"/>
                  </a:lnTo>
                  <a:lnTo>
                    <a:pt x="12417" y="1639"/>
                  </a:lnTo>
                  <a:lnTo>
                    <a:pt x="12417" y="1675"/>
                  </a:lnTo>
                  <a:lnTo>
                    <a:pt x="12436" y="1696"/>
                  </a:lnTo>
                  <a:lnTo>
                    <a:pt x="12436" y="1718"/>
                  </a:lnTo>
                  <a:lnTo>
                    <a:pt x="12436" y="1753"/>
                  </a:lnTo>
                  <a:lnTo>
                    <a:pt x="12436" y="1804"/>
                  </a:lnTo>
                  <a:lnTo>
                    <a:pt x="12436" y="1839"/>
                  </a:lnTo>
                  <a:lnTo>
                    <a:pt x="12466" y="1875"/>
                  </a:lnTo>
                  <a:lnTo>
                    <a:pt x="12515" y="1897"/>
                  </a:lnTo>
                  <a:lnTo>
                    <a:pt x="12534" y="1911"/>
                  </a:lnTo>
                  <a:lnTo>
                    <a:pt x="12583" y="1932"/>
                  </a:lnTo>
                  <a:lnTo>
                    <a:pt x="12612" y="1932"/>
                  </a:lnTo>
                  <a:lnTo>
                    <a:pt x="12661" y="1932"/>
                  </a:lnTo>
                  <a:lnTo>
                    <a:pt x="12710" y="1947"/>
                  </a:lnTo>
                  <a:lnTo>
                    <a:pt x="12759" y="1947"/>
                  </a:lnTo>
                  <a:lnTo>
                    <a:pt x="12808" y="1932"/>
                  </a:lnTo>
                  <a:lnTo>
                    <a:pt x="12827" y="1932"/>
                  </a:lnTo>
                  <a:lnTo>
                    <a:pt x="12886" y="1932"/>
                  </a:lnTo>
                  <a:lnTo>
                    <a:pt x="12905" y="1911"/>
                  </a:lnTo>
                  <a:lnTo>
                    <a:pt x="12935" y="1911"/>
                  </a:lnTo>
                  <a:lnTo>
                    <a:pt x="12983" y="1911"/>
                  </a:lnTo>
                  <a:lnTo>
                    <a:pt x="13003" y="1911"/>
                  </a:lnTo>
                  <a:lnTo>
                    <a:pt x="13052" y="1911"/>
                  </a:lnTo>
                  <a:lnTo>
                    <a:pt x="13101" y="1897"/>
                  </a:lnTo>
                  <a:lnTo>
                    <a:pt x="13130" y="1897"/>
                  </a:lnTo>
                  <a:lnTo>
                    <a:pt x="13150" y="1897"/>
                  </a:lnTo>
                  <a:lnTo>
                    <a:pt x="13179" y="1861"/>
                  </a:lnTo>
                  <a:lnTo>
                    <a:pt x="13198" y="1861"/>
                  </a:lnTo>
                  <a:lnTo>
                    <a:pt x="13228" y="1861"/>
                  </a:lnTo>
                  <a:lnTo>
                    <a:pt x="13277" y="1875"/>
                  </a:lnTo>
                  <a:lnTo>
                    <a:pt x="13325" y="1875"/>
                  </a:lnTo>
                  <a:lnTo>
                    <a:pt x="13345" y="1861"/>
                  </a:lnTo>
                  <a:lnTo>
                    <a:pt x="13394" y="1861"/>
                  </a:lnTo>
                  <a:lnTo>
                    <a:pt x="13423" y="1825"/>
                  </a:lnTo>
                  <a:lnTo>
                    <a:pt x="13472" y="1804"/>
                  </a:lnTo>
                  <a:lnTo>
                    <a:pt x="13472" y="1789"/>
                  </a:lnTo>
                  <a:lnTo>
                    <a:pt x="13472" y="1753"/>
                  </a:lnTo>
                  <a:lnTo>
                    <a:pt x="13472" y="1718"/>
                  </a:lnTo>
                  <a:lnTo>
                    <a:pt x="13452" y="1675"/>
                  </a:lnTo>
                  <a:lnTo>
                    <a:pt x="13423" y="1660"/>
                  </a:lnTo>
                  <a:lnTo>
                    <a:pt x="13394" y="1639"/>
                  </a:lnTo>
                  <a:lnTo>
                    <a:pt x="13345" y="1625"/>
                  </a:lnTo>
                  <a:lnTo>
                    <a:pt x="13296" y="1603"/>
                  </a:lnTo>
                  <a:lnTo>
                    <a:pt x="13247" y="1603"/>
                  </a:lnTo>
                  <a:lnTo>
                    <a:pt x="13228" y="1589"/>
                  </a:lnTo>
                  <a:lnTo>
                    <a:pt x="13130" y="1603"/>
                  </a:lnTo>
                  <a:lnTo>
                    <a:pt x="13101" y="1603"/>
                  </a:lnTo>
                  <a:lnTo>
                    <a:pt x="13052" y="1639"/>
                  </a:lnTo>
                  <a:lnTo>
                    <a:pt x="13032" y="1660"/>
                  </a:lnTo>
                  <a:lnTo>
                    <a:pt x="13003" y="1675"/>
                  </a:lnTo>
                  <a:lnTo>
                    <a:pt x="12954" y="1718"/>
                  </a:lnTo>
                  <a:lnTo>
                    <a:pt x="12935" y="1718"/>
                  </a:lnTo>
                  <a:lnTo>
                    <a:pt x="12905" y="1718"/>
                  </a:lnTo>
                  <a:lnTo>
                    <a:pt x="12827" y="1718"/>
                  </a:lnTo>
                  <a:lnTo>
                    <a:pt x="12759" y="1718"/>
                  </a:lnTo>
                  <a:lnTo>
                    <a:pt x="12710" y="1718"/>
                  </a:lnTo>
                  <a:lnTo>
                    <a:pt x="12681" y="1696"/>
                  </a:lnTo>
                  <a:lnTo>
                    <a:pt x="12661" y="1660"/>
                  </a:lnTo>
                  <a:lnTo>
                    <a:pt x="12632" y="1625"/>
                  </a:lnTo>
                  <a:lnTo>
                    <a:pt x="12583" y="1603"/>
                  </a:lnTo>
                  <a:lnTo>
                    <a:pt x="12563" y="1553"/>
                  </a:lnTo>
                  <a:lnTo>
                    <a:pt x="12534" y="1532"/>
                  </a:lnTo>
                  <a:lnTo>
                    <a:pt x="12534" y="1517"/>
                  </a:lnTo>
                  <a:lnTo>
                    <a:pt x="12515" y="1517"/>
                  </a:lnTo>
                  <a:lnTo>
                    <a:pt x="12094" y="1567"/>
                  </a:lnTo>
                  <a:close/>
                  <a:moveTo>
                    <a:pt x="12417" y="1553"/>
                  </a:moveTo>
                  <a:lnTo>
                    <a:pt x="12388" y="1553"/>
                  </a:lnTo>
                  <a:lnTo>
                    <a:pt x="12417" y="1553"/>
                  </a:lnTo>
                  <a:close/>
                  <a:moveTo>
                    <a:pt x="13716" y="12954"/>
                  </a:moveTo>
                  <a:lnTo>
                    <a:pt x="13716" y="12954"/>
                  </a:lnTo>
                  <a:lnTo>
                    <a:pt x="13716" y="12904"/>
                  </a:lnTo>
                  <a:lnTo>
                    <a:pt x="13697" y="12868"/>
                  </a:lnTo>
                  <a:lnTo>
                    <a:pt x="13667" y="12847"/>
                  </a:lnTo>
                  <a:lnTo>
                    <a:pt x="13716" y="12432"/>
                  </a:lnTo>
                  <a:lnTo>
                    <a:pt x="13452" y="12396"/>
                  </a:lnTo>
                  <a:lnTo>
                    <a:pt x="13150" y="12360"/>
                  </a:lnTo>
                  <a:lnTo>
                    <a:pt x="13081" y="12346"/>
                  </a:lnTo>
                  <a:lnTo>
                    <a:pt x="13003" y="12324"/>
                  </a:lnTo>
                  <a:lnTo>
                    <a:pt x="12983" y="12324"/>
                  </a:lnTo>
                  <a:lnTo>
                    <a:pt x="12856" y="12310"/>
                  </a:lnTo>
                  <a:lnTo>
                    <a:pt x="12778" y="12289"/>
                  </a:lnTo>
                  <a:lnTo>
                    <a:pt x="12778" y="12124"/>
                  </a:lnTo>
                  <a:lnTo>
                    <a:pt x="12729" y="12088"/>
                  </a:lnTo>
                  <a:lnTo>
                    <a:pt x="12905" y="12017"/>
                  </a:lnTo>
                  <a:lnTo>
                    <a:pt x="13052" y="11945"/>
                  </a:lnTo>
                  <a:lnTo>
                    <a:pt x="13150" y="11659"/>
                  </a:lnTo>
                  <a:lnTo>
                    <a:pt x="12534" y="11730"/>
                  </a:lnTo>
                  <a:lnTo>
                    <a:pt x="12290" y="11981"/>
                  </a:lnTo>
                  <a:lnTo>
                    <a:pt x="11870" y="12017"/>
                  </a:lnTo>
                  <a:lnTo>
                    <a:pt x="11450" y="11659"/>
                  </a:lnTo>
                  <a:lnTo>
                    <a:pt x="11401" y="11172"/>
                  </a:lnTo>
                  <a:lnTo>
                    <a:pt x="11528" y="11065"/>
                  </a:lnTo>
                  <a:lnTo>
                    <a:pt x="11499" y="11065"/>
                  </a:lnTo>
                  <a:lnTo>
                    <a:pt x="11499" y="10807"/>
                  </a:lnTo>
                  <a:lnTo>
                    <a:pt x="11723" y="10664"/>
                  </a:lnTo>
                  <a:lnTo>
                    <a:pt x="11870" y="10535"/>
                  </a:lnTo>
                  <a:lnTo>
                    <a:pt x="12388" y="10571"/>
                  </a:lnTo>
                  <a:lnTo>
                    <a:pt x="12681" y="10571"/>
                  </a:lnTo>
                  <a:lnTo>
                    <a:pt x="13101" y="10499"/>
                  </a:lnTo>
                  <a:lnTo>
                    <a:pt x="13345" y="10499"/>
                  </a:lnTo>
                  <a:lnTo>
                    <a:pt x="13599" y="10464"/>
                  </a:lnTo>
                  <a:lnTo>
                    <a:pt x="13667" y="10664"/>
                  </a:lnTo>
                  <a:lnTo>
                    <a:pt x="13765" y="10915"/>
                  </a:lnTo>
                  <a:lnTo>
                    <a:pt x="14087" y="11136"/>
                  </a:lnTo>
                  <a:lnTo>
                    <a:pt x="14234" y="11172"/>
                  </a:lnTo>
                  <a:lnTo>
                    <a:pt x="14185" y="10807"/>
                  </a:lnTo>
                  <a:lnTo>
                    <a:pt x="13960" y="10392"/>
                  </a:lnTo>
                  <a:lnTo>
                    <a:pt x="14234" y="10177"/>
                  </a:lnTo>
                  <a:lnTo>
                    <a:pt x="14478" y="10106"/>
                  </a:lnTo>
                  <a:lnTo>
                    <a:pt x="14947" y="9784"/>
                  </a:lnTo>
                  <a:lnTo>
                    <a:pt x="14898" y="9548"/>
                  </a:lnTo>
                  <a:lnTo>
                    <a:pt x="14849" y="9333"/>
                  </a:lnTo>
                  <a:lnTo>
                    <a:pt x="14996" y="9404"/>
                  </a:lnTo>
                  <a:lnTo>
                    <a:pt x="15045" y="9369"/>
                  </a:lnTo>
                  <a:lnTo>
                    <a:pt x="14996" y="9218"/>
                  </a:lnTo>
                  <a:lnTo>
                    <a:pt x="15094" y="9218"/>
                  </a:lnTo>
                  <a:lnTo>
                    <a:pt x="15250" y="9183"/>
                  </a:lnTo>
                  <a:lnTo>
                    <a:pt x="15348" y="9004"/>
                  </a:lnTo>
                  <a:lnTo>
                    <a:pt x="15563" y="8968"/>
                  </a:lnTo>
                  <a:lnTo>
                    <a:pt x="15865" y="8839"/>
                  </a:lnTo>
                  <a:lnTo>
                    <a:pt x="15865" y="8553"/>
                  </a:lnTo>
                  <a:lnTo>
                    <a:pt x="16383" y="8374"/>
                  </a:lnTo>
                  <a:lnTo>
                    <a:pt x="16276" y="7994"/>
                  </a:lnTo>
                  <a:lnTo>
                    <a:pt x="16383" y="8374"/>
                  </a:lnTo>
                  <a:lnTo>
                    <a:pt x="16598" y="8266"/>
                  </a:lnTo>
                  <a:lnTo>
                    <a:pt x="16745" y="8302"/>
                  </a:lnTo>
                  <a:lnTo>
                    <a:pt x="16647" y="8410"/>
                  </a:lnTo>
                  <a:lnTo>
                    <a:pt x="16745" y="8553"/>
                  </a:lnTo>
                  <a:lnTo>
                    <a:pt x="17194" y="8302"/>
                  </a:lnTo>
                  <a:lnTo>
                    <a:pt x="17360" y="8138"/>
                  </a:lnTo>
                  <a:lnTo>
                    <a:pt x="16891" y="8102"/>
                  </a:lnTo>
                  <a:lnTo>
                    <a:pt x="16696" y="7887"/>
                  </a:lnTo>
                  <a:lnTo>
                    <a:pt x="16842" y="7780"/>
                  </a:lnTo>
                  <a:lnTo>
                    <a:pt x="16891" y="7637"/>
                  </a:lnTo>
                  <a:lnTo>
                    <a:pt x="16178" y="7744"/>
                  </a:lnTo>
                  <a:lnTo>
                    <a:pt x="15817" y="7959"/>
                  </a:lnTo>
                  <a:lnTo>
                    <a:pt x="15983" y="7708"/>
                  </a:lnTo>
                  <a:lnTo>
                    <a:pt x="16325" y="7558"/>
                  </a:lnTo>
                  <a:lnTo>
                    <a:pt x="16530" y="7400"/>
                  </a:lnTo>
                  <a:lnTo>
                    <a:pt x="17145" y="7436"/>
                  </a:lnTo>
                  <a:lnTo>
                    <a:pt x="17614" y="7400"/>
                  </a:lnTo>
                  <a:lnTo>
                    <a:pt x="17976" y="7221"/>
                  </a:lnTo>
                  <a:lnTo>
                    <a:pt x="18230" y="7071"/>
                  </a:lnTo>
                  <a:lnTo>
                    <a:pt x="18024" y="6713"/>
                  </a:lnTo>
                  <a:lnTo>
                    <a:pt x="17976" y="6513"/>
                  </a:lnTo>
                  <a:lnTo>
                    <a:pt x="17311" y="6262"/>
                  </a:lnTo>
                  <a:lnTo>
                    <a:pt x="17311" y="6119"/>
                  </a:lnTo>
                  <a:lnTo>
                    <a:pt x="16745" y="5339"/>
                  </a:lnTo>
                  <a:lnTo>
                    <a:pt x="16598" y="5668"/>
                  </a:lnTo>
                  <a:lnTo>
                    <a:pt x="16227" y="5740"/>
                  </a:lnTo>
                  <a:lnTo>
                    <a:pt x="16129" y="5668"/>
                  </a:lnTo>
                  <a:lnTo>
                    <a:pt x="15983" y="5668"/>
                  </a:lnTo>
                  <a:lnTo>
                    <a:pt x="15983" y="5146"/>
                  </a:lnTo>
                  <a:lnTo>
                    <a:pt x="15660" y="5110"/>
                  </a:lnTo>
                  <a:lnTo>
                    <a:pt x="15416" y="4852"/>
                  </a:lnTo>
                  <a:lnTo>
                    <a:pt x="15142" y="4888"/>
                  </a:lnTo>
                  <a:lnTo>
                    <a:pt x="14849" y="4817"/>
                  </a:lnTo>
                  <a:lnTo>
                    <a:pt x="14654" y="4852"/>
                  </a:lnTo>
                  <a:lnTo>
                    <a:pt x="14654" y="5031"/>
                  </a:lnTo>
                  <a:lnTo>
                    <a:pt x="14654" y="5232"/>
                  </a:lnTo>
                  <a:lnTo>
                    <a:pt x="14605" y="5633"/>
                  </a:lnTo>
                  <a:lnTo>
                    <a:pt x="14527" y="5776"/>
                  </a:lnTo>
                  <a:lnTo>
                    <a:pt x="14849" y="6227"/>
                  </a:lnTo>
                  <a:lnTo>
                    <a:pt x="14332" y="6549"/>
                  </a:lnTo>
                  <a:lnTo>
                    <a:pt x="14429" y="7107"/>
                  </a:lnTo>
                  <a:lnTo>
                    <a:pt x="14234" y="7221"/>
                  </a:lnTo>
                  <a:lnTo>
                    <a:pt x="14039" y="7143"/>
                  </a:lnTo>
                  <a:lnTo>
                    <a:pt x="13912" y="6477"/>
                  </a:lnTo>
                  <a:lnTo>
                    <a:pt x="13394" y="6441"/>
                  </a:lnTo>
                  <a:lnTo>
                    <a:pt x="12436" y="6048"/>
                  </a:lnTo>
                  <a:lnTo>
                    <a:pt x="12241" y="6048"/>
                  </a:lnTo>
                  <a:lnTo>
                    <a:pt x="12065" y="5704"/>
                  </a:lnTo>
                  <a:lnTo>
                    <a:pt x="11919" y="5597"/>
                  </a:lnTo>
                  <a:lnTo>
                    <a:pt x="12339" y="4709"/>
                  </a:lnTo>
                  <a:lnTo>
                    <a:pt x="12583" y="4509"/>
                  </a:lnTo>
                  <a:lnTo>
                    <a:pt x="12856" y="4402"/>
                  </a:lnTo>
                  <a:lnTo>
                    <a:pt x="13003" y="4402"/>
                  </a:lnTo>
                  <a:lnTo>
                    <a:pt x="13150" y="4044"/>
                  </a:lnTo>
                  <a:lnTo>
                    <a:pt x="13247" y="3750"/>
                  </a:lnTo>
                  <a:lnTo>
                    <a:pt x="13765" y="3664"/>
                  </a:lnTo>
                  <a:lnTo>
                    <a:pt x="14039" y="3521"/>
                  </a:lnTo>
                  <a:lnTo>
                    <a:pt x="13863" y="3192"/>
                  </a:lnTo>
                  <a:lnTo>
                    <a:pt x="13990" y="2977"/>
                  </a:lnTo>
                  <a:lnTo>
                    <a:pt x="13794" y="2813"/>
                  </a:lnTo>
                  <a:lnTo>
                    <a:pt x="13814" y="2813"/>
                  </a:lnTo>
                  <a:lnTo>
                    <a:pt x="13843" y="2798"/>
                  </a:lnTo>
                  <a:lnTo>
                    <a:pt x="13863" y="2777"/>
                  </a:lnTo>
                  <a:lnTo>
                    <a:pt x="13892" y="2777"/>
                  </a:lnTo>
                  <a:lnTo>
                    <a:pt x="13912" y="2777"/>
                  </a:lnTo>
                  <a:lnTo>
                    <a:pt x="13990" y="2777"/>
                  </a:lnTo>
                  <a:lnTo>
                    <a:pt x="14068" y="2777"/>
                  </a:lnTo>
                  <a:lnTo>
                    <a:pt x="14087" y="2763"/>
                  </a:lnTo>
                  <a:lnTo>
                    <a:pt x="14087" y="2741"/>
                  </a:lnTo>
                  <a:lnTo>
                    <a:pt x="14039" y="2691"/>
                  </a:lnTo>
                  <a:lnTo>
                    <a:pt x="14039" y="2670"/>
                  </a:lnTo>
                  <a:lnTo>
                    <a:pt x="14068" y="2670"/>
                  </a:lnTo>
                  <a:lnTo>
                    <a:pt x="14117" y="2691"/>
                  </a:lnTo>
                  <a:lnTo>
                    <a:pt x="14185" y="2705"/>
                  </a:lnTo>
                  <a:lnTo>
                    <a:pt x="14214" y="2727"/>
                  </a:lnTo>
                  <a:lnTo>
                    <a:pt x="14234" y="2741"/>
                  </a:lnTo>
                  <a:lnTo>
                    <a:pt x="14283" y="2763"/>
                  </a:lnTo>
                  <a:lnTo>
                    <a:pt x="14332" y="2777"/>
                  </a:lnTo>
                  <a:lnTo>
                    <a:pt x="14380" y="2813"/>
                  </a:lnTo>
                  <a:lnTo>
                    <a:pt x="14429" y="2834"/>
                  </a:lnTo>
                  <a:lnTo>
                    <a:pt x="14507" y="2849"/>
                  </a:lnTo>
                  <a:lnTo>
                    <a:pt x="14556" y="2870"/>
                  </a:lnTo>
                  <a:lnTo>
                    <a:pt x="14605" y="2884"/>
                  </a:lnTo>
                  <a:lnTo>
                    <a:pt x="14654" y="2906"/>
                  </a:lnTo>
                  <a:lnTo>
                    <a:pt x="14703" y="2906"/>
                  </a:lnTo>
                  <a:lnTo>
                    <a:pt x="14752" y="2942"/>
                  </a:lnTo>
                  <a:lnTo>
                    <a:pt x="14801" y="2956"/>
                  </a:lnTo>
                  <a:lnTo>
                    <a:pt x="14879" y="2999"/>
                  </a:lnTo>
                  <a:lnTo>
                    <a:pt x="14928" y="3035"/>
                  </a:lnTo>
                  <a:lnTo>
                    <a:pt x="14996" y="3085"/>
                  </a:lnTo>
                  <a:lnTo>
                    <a:pt x="15074" y="3156"/>
                  </a:lnTo>
                  <a:lnTo>
                    <a:pt x="15094" y="3214"/>
                  </a:lnTo>
                  <a:lnTo>
                    <a:pt x="15025" y="3264"/>
                  </a:lnTo>
                  <a:lnTo>
                    <a:pt x="14947" y="3335"/>
                  </a:lnTo>
                  <a:lnTo>
                    <a:pt x="14928" y="3414"/>
                  </a:lnTo>
                  <a:lnTo>
                    <a:pt x="14947" y="3428"/>
                  </a:lnTo>
                  <a:lnTo>
                    <a:pt x="15025" y="3450"/>
                  </a:lnTo>
                  <a:lnTo>
                    <a:pt x="15074" y="3485"/>
                  </a:lnTo>
                  <a:lnTo>
                    <a:pt x="15094" y="3500"/>
                  </a:lnTo>
                  <a:lnTo>
                    <a:pt x="15074" y="3536"/>
                  </a:lnTo>
                  <a:lnTo>
                    <a:pt x="14996" y="3571"/>
                  </a:lnTo>
                  <a:lnTo>
                    <a:pt x="14928" y="3607"/>
                  </a:lnTo>
                  <a:lnTo>
                    <a:pt x="14898" y="3643"/>
                  </a:lnTo>
                  <a:lnTo>
                    <a:pt x="14849" y="3643"/>
                  </a:lnTo>
                  <a:lnTo>
                    <a:pt x="14830" y="3643"/>
                  </a:lnTo>
                  <a:lnTo>
                    <a:pt x="14801" y="3643"/>
                  </a:lnTo>
                  <a:lnTo>
                    <a:pt x="14781" y="3643"/>
                  </a:lnTo>
                  <a:lnTo>
                    <a:pt x="14732" y="3664"/>
                  </a:lnTo>
                  <a:lnTo>
                    <a:pt x="14654" y="3679"/>
                  </a:lnTo>
                  <a:lnTo>
                    <a:pt x="14605" y="3715"/>
                  </a:lnTo>
                  <a:lnTo>
                    <a:pt x="14576" y="3736"/>
                  </a:lnTo>
                  <a:lnTo>
                    <a:pt x="14576" y="3750"/>
                  </a:lnTo>
                  <a:lnTo>
                    <a:pt x="14605" y="3772"/>
                  </a:lnTo>
                  <a:lnTo>
                    <a:pt x="14634" y="3786"/>
                  </a:lnTo>
                  <a:lnTo>
                    <a:pt x="14654" y="3808"/>
                  </a:lnTo>
                  <a:lnTo>
                    <a:pt x="14683" y="3829"/>
                  </a:lnTo>
                  <a:lnTo>
                    <a:pt x="14732" y="3843"/>
                  </a:lnTo>
                  <a:lnTo>
                    <a:pt x="14781" y="3865"/>
                  </a:lnTo>
                  <a:lnTo>
                    <a:pt x="14830" y="3865"/>
                  </a:lnTo>
                  <a:lnTo>
                    <a:pt x="14879" y="3843"/>
                  </a:lnTo>
                  <a:lnTo>
                    <a:pt x="14928" y="3808"/>
                  </a:lnTo>
                  <a:lnTo>
                    <a:pt x="14947" y="3786"/>
                  </a:lnTo>
                  <a:lnTo>
                    <a:pt x="14996" y="3772"/>
                  </a:lnTo>
                  <a:lnTo>
                    <a:pt x="15045" y="3772"/>
                  </a:lnTo>
                  <a:lnTo>
                    <a:pt x="15123" y="3750"/>
                  </a:lnTo>
                  <a:lnTo>
                    <a:pt x="15201" y="3715"/>
                  </a:lnTo>
                  <a:lnTo>
                    <a:pt x="15250" y="3715"/>
                  </a:lnTo>
                  <a:lnTo>
                    <a:pt x="15269" y="3715"/>
                  </a:lnTo>
                  <a:lnTo>
                    <a:pt x="15299" y="3736"/>
                  </a:lnTo>
                  <a:lnTo>
                    <a:pt x="15318" y="3750"/>
                  </a:lnTo>
                  <a:lnTo>
                    <a:pt x="15348" y="3750"/>
                  </a:lnTo>
                  <a:lnTo>
                    <a:pt x="15367" y="3772"/>
                  </a:lnTo>
                  <a:lnTo>
                    <a:pt x="15396" y="3786"/>
                  </a:lnTo>
                  <a:lnTo>
                    <a:pt x="15416" y="3786"/>
                  </a:lnTo>
                  <a:lnTo>
                    <a:pt x="15465" y="3808"/>
                  </a:lnTo>
                  <a:lnTo>
                    <a:pt x="15514" y="3808"/>
                  </a:lnTo>
                  <a:lnTo>
                    <a:pt x="15563" y="3829"/>
                  </a:lnTo>
                  <a:lnTo>
                    <a:pt x="15660" y="3829"/>
                  </a:lnTo>
                  <a:lnTo>
                    <a:pt x="15690" y="3865"/>
                  </a:lnTo>
                  <a:lnTo>
                    <a:pt x="15690" y="3879"/>
                  </a:lnTo>
                  <a:lnTo>
                    <a:pt x="15709" y="3915"/>
                  </a:lnTo>
                  <a:lnTo>
                    <a:pt x="15738" y="3915"/>
                  </a:lnTo>
                  <a:lnTo>
                    <a:pt x="15787" y="3936"/>
                  </a:lnTo>
                  <a:lnTo>
                    <a:pt x="15817" y="3936"/>
                  </a:lnTo>
                  <a:lnTo>
                    <a:pt x="15836" y="3936"/>
                  </a:lnTo>
                  <a:lnTo>
                    <a:pt x="15865" y="3915"/>
                  </a:lnTo>
                  <a:lnTo>
                    <a:pt x="15914" y="3915"/>
                  </a:lnTo>
                  <a:lnTo>
                    <a:pt x="15934" y="3915"/>
                  </a:lnTo>
                  <a:lnTo>
                    <a:pt x="15963" y="3915"/>
                  </a:lnTo>
                  <a:lnTo>
                    <a:pt x="16012" y="3915"/>
                  </a:lnTo>
                  <a:lnTo>
                    <a:pt x="16031" y="3915"/>
                  </a:lnTo>
                  <a:lnTo>
                    <a:pt x="16061" y="3936"/>
                  </a:lnTo>
                  <a:lnTo>
                    <a:pt x="16110" y="3936"/>
                  </a:lnTo>
                  <a:lnTo>
                    <a:pt x="16129" y="3936"/>
                  </a:lnTo>
                  <a:lnTo>
                    <a:pt x="16158" y="3915"/>
                  </a:lnTo>
                  <a:lnTo>
                    <a:pt x="16207" y="3915"/>
                  </a:lnTo>
                  <a:lnTo>
                    <a:pt x="16256" y="3915"/>
                  </a:lnTo>
                  <a:lnTo>
                    <a:pt x="16305" y="3901"/>
                  </a:lnTo>
                  <a:lnTo>
                    <a:pt x="16325" y="3901"/>
                  </a:lnTo>
                  <a:lnTo>
                    <a:pt x="16354" y="3901"/>
                  </a:lnTo>
                  <a:lnTo>
                    <a:pt x="16403" y="3901"/>
                  </a:lnTo>
                  <a:lnTo>
                    <a:pt x="16432" y="3901"/>
                  </a:lnTo>
                  <a:lnTo>
                    <a:pt x="16452" y="3901"/>
                  </a:lnTo>
                  <a:lnTo>
                    <a:pt x="16481" y="3901"/>
                  </a:lnTo>
                  <a:lnTo>
                    <a:pt x="16530" y="3901"/>
                  </a:lnTo>
                  <a:lnTo>
                    <a:pt x="16579" y="3901"/>
                  </a:lnTo>
                  <a:lnTo>
                    <a:pt x="16598" y="3879"/>
                  </a:lnTo>
                  <a:lnTo>
                    <a:pt x="16579" y="3865"/>
                  </a:lnTo>
                  <a:lnTo>
                    <a:pt x="16579" y="3843"/>
                  </a:lnTo>
                  <a:lnTo>
                    <a:pt x="16530" y="3829"/>
                  </a:lnTo>
                  <a:lnTo>
                    <a:pt x="16481" y="3808"/>
                  </a:lnTo>
                  <a:lnTo>
                    <a:pt x="16403" y="3786"/>
                  </a:lnTo>
                  <a:lnTo>
                    <a:pt x="16383" y="3786"/>
                  </a:lnTo>
                  <a:lnTo>
                    <a:pt x="16354" y="3772"/>
                  </a:lnTo>
                  <a:lnTo>
                    <a:pt x="16325" y="3750"/>
                  </a:lnTo>
                  <a:lnTo>
                    <a:pt x="16305" y="3750"/>
                  </a:lnTo>
                  <a:lnTo>
                    <a:pt x="16276" y="3750"/>
                  </a:lnTo>
                  <a:lnTo>
                    <a:pt x="16256" y="3750"/>
                  </a:lnTo>
                  <a:lnTo>
                    <a:pt x="16227" y="3750"/>
                  </a:lnTo>
                  <a:lnTo>
                    <a:pt x="16178" y="3736"/>
                  </a:lnTo>
                  <a:lnTo>
                    <a:pt x="16129" y="3715"/>
                  </a:lnTo>
                  <a:lnTo>
                    <a:pt x="16031" y="3700"/>
                  </a:lnTo>
                  <a:lnTo>
                    <a:pt x="15983" y="3679"/>
                  </a:lnTo>
                  <a:lnTo>
                    <a:pt x="15963" y="3664"/>
                  </a:lnTo>
                  <a:lnTo>
                    <a:pt x="15963" y="3643"/>
                  </a:lnTo>
                  <a:lnTo>
                    <a:pt x="15983" y="3643"/>
                  </a:lnTo>
                  <a:lnTo>
                    <a:pt x="16012" y="3643"/>
                  </a:lnTo>
                  <a:lnTo>
                    <a:pt x="16061" y="3643"/>
                  </a:lnTo>
                  <a:lnTo>
                    <a:pt x="16110" y="3664"/>
                  </a:lnTo>
                  <a:lnTo>
                    <a:pt x="16129" y="3664"/>
                  </a:lnTo>
                  <a:lnTo>
                    <a:pt x="16178" y="3679"/>
                  </a:lnTo>
                  <a:lnTo>
                    <a:pt x="16207" y="3679"/>
                  </a:lnTo>
                  <a:lnTo>
                    <a:pt x="16256" y="3679"/>
                  </a:lnTo>
                  <a:lnTo>
                    <a:pt x="16276" y="3715"/>
                  </a:lnTo>
                  <a:lnTo>
                    <a:pt x="16325" y="3715"/>
                  </a:lnTo>
                  <a:lnTo>
                    <a:pt x="16383" y="3700"/>
                  </a:lnTo>
                  <a:lnTo>
                    <a:pt x="16481" y="3679"/>
                  </a:lnTo>
                  <a:lnTo>
                    <a:pt x="16549" y="3679"/>
                  </a:lnTo>
                  <a:lnTo>
                    <a:pt x="16579" y="3715"/>
                  </a:lnTo>
                  <a:lnTo>
                    <a:pt x="16598" y="3715"/>
                  </a:lnTo>
                  <a:lnTo>
                    <a:pt x="16647" y="3736"/>
                  </a:lnTo>
                  <a:lnTo>
                    <a:pt x="16676" y="3750"/>
                  </a:lnTo>
                  <a:lnTo>
                    <a:pt x="16676" y="3736"/>
                  </a:lnTo>
                  <a:lnTo>
                    <a:pt x="16647" y="3715"/>
                  </a:lnTo>
                  <a:lnTo>
                    <a:pt x="16627" y="3679"/>
                  </a:lnTo>
                  <a:lnTo>
                    <a:pt x="16598" y="3679"/>
                  </a:lnTo>
                  <a:lnTo>
                    <a:pt x="16598" y="3643"/>
                  </a:lnTo>
                  <a:lnTo>
                    <a:pt x="16579" y="3629"/>
                  </a:lnTo>
                  <a:lnTo>
                    <a:pt x="16549" y="3593"/>
                  </a:lnTo>
                  <a:lnTo>
                    <a:pt x="16530" y="3536"/>
                  </a:lnTo>
                  <a:lnTo>
                    <a:pt x="16530" y="3521"/>
                  </a:lnTo>
                  <a:lnTo>
                    <a:pt x="16530" y="3500"/>
                  </a:lnTo>
                  <a:lnTo>
                    <a:pt x="16530" y="3485"/>
                  </a:lnTo>
                  <a:lnTo>
                    <a:pt x="16500" y="3450"/>
                  </a:lnTo>
                  <a:lnTo>
                    <a:pt x="16432" y="3428"/>
                  </a:lnTo>
                  <a:lnTo>
                    <a:pt x="16383" y="3428"/>
                  </a:lnTo>
                  <a:lnTo>
                    <a:pt x="16325" y="3414"/>
                  </a:lnTo>
                  <a:lnTo>
                    <a:pt x="16305" y="3371"/>
                  </a:lnTo>
                  <a:lnTo>
                    <a:pt x="16256" y="3357"/>
                  </a:lnTo>
                  <a:lnTo>
                    <a:pt x="16207" y="3357"/>
                  </a:lnTo>
                  <a:lnTo>
                    <a:pt x="16129" y="3335"/>
                  </a:lnTo>
                  <a:lnTo>
                    <a:pt x="16080" y="3335"/>
                  </a:lnTo>
                  <a:lnTo>
                    <a:pt x="16061" y="3335"/>
                  </a:lnTo>
                  <a:lnTo>
                    <a:pt x="16012" y="3321"/>
                  </a:lnTo>
                  <a:lnTo>
                    <a:pt x="15963" y="3299"/>
                  </a:lnTo>
                  <a:lnTo>
                    <a:pt x="15934" y="3285"/>
                  </a:lnTo>
                  <a:lnTo>
                    <a:pt x="15885" y="3285"/>
                  </a:lnTo>
                  <a:lnTo>
                    <a:pt x="15865" y="3249"/>
                  </a:lnTo>
                  <a:lnTo>
                    <a:pt x="15836" y="3228"/>
                  </a:lnTo>
                  <a:lnTo>
                    <a:pt x="15787" y="3192"/>
                  </a:lnTo>
                  <a:lnTo>
                    <a:pt x="15768" y="3156"/>
                  </a:lnTo>
                  <a:lnTo>
                    <a:pt x="15738" y="3142"/>
                  </a:lnTo>
                  <a:lnTo>
                    <a:pt x="15738" y="3106"/>
                  </a:lnTo>
                  <a:lnTo>
                    <a:pt x="15768" y="3085"/>
                  </a:lnTo>
                  <a:lnTo>
                    <a:pt x="15817" y="3085"/>
                  </a:lnTo>
                  <a:lnTo>
                    <a:pt x="15865" y="3085"/>
                  </a:lnTo>
                  <a:lnTo>
                    <a:pt x="15934" y="3106"/>
                  </a:lnTo>
                  <a:lnTo>
                    <a:pt x="15983" y="3120"/>
                  </a:lnTo>
                  <a:lnTo>
                    <a:pt x="16012" y="3120"/>
                  </a:lnTo>
                  <a:lnTo>
                    <a:pt x="16061" y="3142"/>
                  </a:lnTo>
                  <a:lnTo>
                    <a:pt x="16110" y="3156"/>
                  </a:lnTo>
                  <a:lnTo>
                    <a:pt x="16158" y="3178"/>
                  </a:lnTo>
                  <a:lnTo>
                    <a:pt x="16207" y="3192"/>
                  </a:lnTo>
                  <a:lnTo>
                    <a:pt x="16256" y="3214"/>
                  </a:lnTo>
                  <a:lnTo>
                    <a:pt x="16305" y="3228"/>
                  </a:lnTo>
                  <a:lnTo>
                    <a:pt x="16325" y="3228"/>
                  </a:lnTo>
                  <a:lnTo>
                    <a:pt x="16383" y="3214"/>
                  </a:lnTo>
                  <a:lnTo>
                    <a:pt x="16403" y="3178"/>
                  </a:lnTo>
                  <a:lnTo>
                    <a:pt x="16403" y="3156"/>
                  </a:lnTo>
                  <a:lnTo>
                    <a:pt x="16383" y="3120"/>
                  </a:lnTo>
                  <a:lnTo>
                    <a:pt x="16325" y="3106"/>
                  </a:lnTo>
                  <a:lnTo>
                    <a:pt x="16276" y="3085"/>
                  </a:lnTo>
                  <a:lnTo>
                    <a:pt x="16276" y="3070"/>
                  </a:lnTo>
                  <a:lnTo>
                    <a:pt x="16276" y="3049"/>
                  </a:lnTo>
                  <a:lnTo>
                    <a:pt x="16305" y="3035"/>
                  </a:lnTo>
                  <a:lnTo>
                    <a:pt x="16325" y="3035"/>
                  </a:lnTo>
                  <a:lnTo>
                    <a:pt x="16354" y="3013"/>
                  </a:lnTo>
                  <a:lnTo>
                    <a:pt x="16383" y="2999"/>
                  </a:lnTo>
                  <a:lnTo>
                    <a:pt x="16383" y="2977"/>
                  </a:lnTo>
                  <a:lnTo>
                    <a:pt x="16354" y="2956"/>
                  </a:lnTo>
                  <a:lnTo>
                    <a:pt x="16325" y="2920"/>
                  </a:lnTo>
                  <a:lnTo>
                    <a:pt x="16305" y="2906"/>
                  </a:lnTo>
                  <a:lnTo>
                    <a:pt x="16256" y="2906"/>
                  </a:lnTo>
                  <a:lnTo>
                    <a:pt x="16256" y="2884"/>
                  </a:lnTo>
                  <a:lnTo>
                    <a:pt x="16305" y="2870"/>
                  </a:lnTo>
                  <a:lnTo>
                    <a:pt x="16354" y="2849"/>
                  </a:lnTo>
                  <a:lnTo>
                    <a:pt x="16383" y="2813"/>
                  </a:lnTo>
                  <a:lnTo>
                    <a:pt x="16354" y="2798"/>
                  </a:lnTo>
                  <a:lnTo>
                    <a:pt x="16305" y="2777"/>
                  </a:lnTo>
                  <a:lnTo>
                    <a:pt x="16227" y="2763"/>
                  </a:lnTo>
                  <a:lnTo>
                    <a:pt x="16158" y="2763"/>
                  </a:lnTo>
                  <a:lnTo>
                    <a:pt x="16110" y="2763"/>
                  </a:lnTo>
                  <a:lnTo>
                    <a:pt x="16061" y="2763"/>
                  </a:lnTo>
                  <a:lnTo>
                    <a:pt x="16012" y="2777"/>
                  </a:lnTo>
                  <a:lnTo>
                    <a:pt x="15983" y="2777"/>
                  </a:lnTo>
                  <a:lnTo>
                    <a:pt x="15963" y="2777"/>
                  </a:lnTo>
                  <a:lnTo>
                    <a:pt x="15934" y="2763"/>
                  </a:lnTo>
                  <a:lnTo>
                    <a:pt x="15963" y="2741"/>
                  </a:lnTo>
                  <a:lnTo>
                    <a:pt x="15934" y="2741"/>
                  </a:lnTo>
                  <a:lnTo>
                    <a:pt x="15914" y="2727"/>
                  </a:lnTo>
                  <a:lnTo>
                    <a:pt x="15885" y="2727"/>
                  </a:lnTo>
                  <a:lnTo>
                    <a:pt x="15836" y="2727"/>
                  </a:lnTo>
                  <a:lnTo>
                    <a:pt x="15787" y="2727"/>
                  </a:lnTo>
                  <a:lnTo>
                    <a:pt x="15738" y="2705"/>
                  </a:lnTo>
                  <a:lnTo>
                    <a:pt x="15690" y="2705"/>
                  </a:lnTo>
                  <a:lnTo>
                    <a:pt x="15660" y="2705"/>
                  </a:lnTo>
                  <a:lnTo>
                    <a:pt x="15611" y="2691"/>
                  </a:lnTo>
                  <a:lnTo>
                    <a:pt x="15611" y="2705"/>
                  </a:lnTo>
                  <a:lnTo>
                    <a:pt x="15641" y="2727"/>
                  </a:lnTo>
                  <a:lnTo>
                    <a:pt x="15660" y="2763"/>
                  </a:lnTo>
                  <a:lnTo>
                    <a:pt x="15641" y="2763"/>
                  </a:lnTo>
                  <a:lnTo>
                    <a:pt x="15592" y="2763"/>
                  </a:lnTo>
                  <a:lnTo>
                    <a:pt x="15543" y="2727"/>
                  </a:lnTo>
                  <a:lnTo>
                    <a:pt x="15465" y="2691"/>
                  </a:lnTo>
                  <a:lnTo>
                    <a:pt x="15416" y="2670"/>
                  </a:lnTo>
                  <a:lnTo>
                    <a:pt x="15396" y="2670"/>
                  </a:lnTo>
                  <a:lnTo>
                    <a:pt x="15318" y="2691"/>
                  </a:lnTo>
                  <a:lnTo>
                    <a:pt x="15269" y="2670"/>
                  </a:lnTo>
                  <a:lnTo>
                    <a:pt x="15221" y="2655"/>
                  </a:lnTo>
                  <a:lnTo>
                    <a:pt x="15221" y="2619"/>
                  </a:lnTo>
                  <a:lnTo>
                    <a:pt x="15250" y="2598"/>
                  </a:lnTo>
                  <a:lnTo>
                    <a:pt x="15250" y="2584"/>
                  </a:lnTo>
                  <a:lnTo>
                    <a:pt x="15250" y="2562"/>
                  </a:lnTo>
                  <a:lnTo>
                    <a:pt x="15269" y="2548"/>
                  </a:lnTo>
                  <a:lnTo>
                    <a:pt x="15299" y="2548"/>
                  </a:lnTo>
                  <a:lnTo>
                    <a:pt x="15318" y="2548"/>
                  </a:lnTo>
                  <a:lnTo>
                    <a:pt x="15318" y="2526"/>
                  </a:lnTo>
                  <a:lnTo>
                    <a:pt x="15250" y="2505"/>
                  </a:lnTo>
                  <a:lnTo>
                    <a:pt x="15201" y="2505"/>
                  </a:lnTo>
                  <a:lnTo>
                    <a:pt x="15172" y="2469"/>
                  </a:lnTo>
                  <a:lnTo>
                    <a:pt x="15201" y="2455"/>
                  </a:lnTo>
                  <a:lnTo>
                    <a:pt x="15250" y="2455"/>
                  </a:lnTo>
                  <a:lnTo>
                    <a:pt x="15221" y="2455"/>
                  </a:lnTo>
                  <a:lnTo>
                    <a:pt x="15201" y="2433"/>
                  </a:lnTo>
                  <a:lnTo>
                    <a:pt x="15172" y="2398"/>
                  </a:lnTo>
                  <a:lnTo>
                    <a:pt x="15123" y="2383"/>
                  </a:lnTo>
                  <a:lnTo>
                    <a:pt x="15094" y="2383"/>
                  </a:lnTo>
                  <a:lnTo>
                    <a:pt x="15045" y="2383"/>
                  </a:lnTo>
                  <a:lnTo>
                    <a:pt x="15025" y="2383"/>
                  </a:lnTo>
                  <a:lnTo>
                    <a:pt x="15045" y="2362"/>
                  </a:lnTo>
                  <a:lnTo>
                    <a:pt x="15045" y="2348"/>
                  </a:lnTo>
                  <a:lnTo>
                    <a:pt x="15025" y="2326"/>
                  </a:lnTo>
                  <a:lnTo>
                    <a:pt x="14976" y="2326"/>
                  </a:lnTo>
                  <a:lnTo>
                    <a:pt x="14928" y="2326"/>
                  </a:lnTo>
                  <a:lnTo>
                    <a:pt x="14849" y="2326"/>
                  </a:lnTo>
                  <a:lnTo>
                    <a:pt x="14801" y="2326"/>
                  </a:lnTo>
                  <a:lnTo>
                    <a:pt x="14752" y="2326"/>
                  </a:lnTo>
                  <a:lnTo>
                    <a:pt x="14683" y="2312"/>
                  </a:lnTo>
                  <a:lnTo>
                    <a:pt x="14654" y="2312"/>
                  </a:lnTo>
                  <a:lnTo>
                    <a:pt x="14654" y="2290"/>
                  </a:lnTo>
                  <a:lnTo>
                    <a:pt x="14634" y="2276"/>
                  </a:lnTo>
                  <a:lnTo>
                    <a:pt x="14576" y="2254"/>
                  </a:lnTo>
                  <a:lnTo>
                    <a:pt x="14507" y="2254"/>
                  </a:lnTo>
                  <a:lnTo>
                    <a:pt x="14459" y="2276"/>
                  </a:lnTo>
                  <a:lnTo>
                    <a:pt x="14410" y="2312"/>
                  </a:lnTo>
                  <a:lnTo>
                    <a:pt x="14380" y="2326"/>
                  </a:lnTo>
                  <a:lnTo>
                    <a:pt x="14332" y="2326"/>
                  </a:lnTo>
                  <a:lnTo>
                    <a:pt x="14283" y="2290"/>
                  </a:lnTo>
                  <a:lnTo>
                    <a:pt x="14263" y="2276"/>
                  </a:lnTo>
                  <a:lnTo>
                    <a:pt x="14234" y="2240"/>
                  </a:lnTo>
                  <a:lnTo>
                    <a:pt x="14214" y="2219"/>
                  </a:lnTo>
                  <a:lnTo>
                    <a:pt x="14166" y="2183"/>
                  </a:lnTo>
                  <a:lnTo>
                    <a:pt x="14087" y="2147"/>
                  </a:lnTo>
                  <a:lnTo>
                    <a:pt x="14019" y="2133"/>
                  </a:lnTo>
                  <a:lnTo>
                    <a:pt x="13960" y="2133"/>
                  </a:lnTo>
                  <a:lnTo>
                    <a:pt x="13941" y="2147"/>
                  </a:lnTo>
                  <a:lnTo>
                    <a:pt x="13863" y="2169"/>
                  </a:lnTo>
                  <a:lnTo>
                    <a:pt x="13814" y="2183"/>
                  </a:lnTo>
                  <a:lnTo>
                    <a:pt x="13814" y="2204"/>
                  </a:lnTo>
                  <a:lnTo>
                    <a:pt x="13814" y="2240"/>
                  </a:lnTo>
                  <a:lnTo>
                    <a:pt x="13765" y="2254"/>
                  </a:lnTo>
                  <a:lnTo>
                    <a:pt x="13716" y="2290"/>
                  </a:lnTo>
                  <a:lnTo>
                    <a:pt x="13648" y="2290"/>
                  </a:lnTo>
                  <a:lnTo>
                    <a:pt x="13618" y="2290"/>
                  </a:lnTo>
                  <a:lnTo>
                    <a:pt x="13599" y="2254"/>
                  </a:lnTo>
                  <a:lnTo>
                    <a:pt x="13599" y="2219"/>
                  </a:lnTo>
                  <a:lnTo>
                    <a:pt x="13570" y="2183"/>
                  </a:lnTo>
                  <a:lnTo>
                    <a:pt x="13570" y="2169"/>
                  </a:lnTo>
                  <a:lnTo>
                    <a:pt x="13550" y="2133"/>
                  </a:lnTo>
                  <a:lnTo>
                    <a:pt x="13521" y="2090"/>
                  </a:lnTo>
                  <a:lnTo>
                    <a:pt x="13501" y="2076"/>
                  </a:lnTo>
                  <a:lnTo>
                    <a:pt x="13423" y="2040"/>
                  </a:lnTo>
                  <a:lnTo>
                    <a:pt x="13345" y="2040"/>
                  </a:lnTo>
                  <a:lnTo>
                    <a:pt x="13277" y="2054"/>
                  </a:lnTo>
                  <a:lnTo>
                    <a:pt x="13228" y="2090"/>
                  </a:lnTo>
                  <a:lnTo>
                    <a:pt x="13198" y="2169"/>
                  </a:lnTo>
                  <a:lnTo>
                    <a:pt x="13179" y="2240"/>
                  </a:lnTo>
                  <a:lnTo>
                    <a:pt x="13179" y="2326"/>
                  </a:lnTo>
                  <a:lnTo>
                    <a:pt x="13228" y="2455"/>
                  </a:lnTo>
                  <a:lnTo>
                    <a:pt x="13277" y="2548"/>
                  </a:lnTo>
                  <a:lnTo>
                    <a:pt x="13247" y="2526"/>
                  </a:lnTo>
                  <a:lnTo>
                    <a:pt x="13228" y="2505"/>
                  </a:lnTo>
                  <a:lnTo>
                    <a:pt x="13179" y="2469"/>
                  </a:lnTo>
                  <a:lnTo>
                    <a:pt x="13130" y="2419"/>
                  </a:lnTo>
                  <a:lnTo>
                    <a:pt x="13101" y="2362"/>
                  </a:lnTo>
                  <a:lnTo>
                    <a:pt x="13081" y="2312"/>
                  </a:lnTo>
                  <a:lnTo>
                    <a:pt x="13081" y="2219"/>
                  </a:lnTo>
                  <a:lnTo>
                    <a:pt x="13130" y="2133"/>
                  </a:lnTo>
                  <a:lnTo>
                    <a:pt x="13130" y="2076"/>
                  </a:lnTo>
                  <a:lnTo>
                    <a:pt x="13101" y="2054"/>
                  </a:lnTo>
                  <a:lnTo>
                    <a:pt x="13052" y="2054"/>
                  </a:lnTo>
                  <a:lnTo>
                    <a:pt x="13003" y="2054"/>
                  </a:lnTo>
                  <a:lnTo>
                    <a:pt x="12935" y="2076"/>
                  </a:lnTo>
                  <a:lnTo>
                    <a:pt x="12856" y="2133"/>
                  </a:lnTo>
                  <a:lnTo>
                    <a:pt x="12808" y="2219"/>
                  </a:lnTo>
                  <a:lnTo>
                    <a:pt x="12778" y="2326"/>
                  </a:lnTo>
                  <a:lnTo>
                    <a:pt x="12778" y="2398"/>
                  </a:lnTo>
                  <a:lnTo>
                    <a:pt x="12778" y="2433"/>
                  </a:lnTo>
                  <a:lnTo>
                    <a:pt x="12778" y="2469"/>
                  </a:lnTo>
                  <a:lnTo>
                    <a:pt x="12778" y="2548"/>
                  </a:lnTo>
                  <a:lnTo>
                    <a:pt x="12778" y="2584"/>
                  </a:lnTo>
                  <a:lnTo>
                    <a:pt x="12808" y="2598"/>
                  </a:lnTo>
                  <a:lnTo>
                    <a:pt x="12856" y="2619"/>
                  </a:lnTo>
                  <a:lnTo>
                    <a:pt x="12886" y="2619"/>
                  </a:lnTo>
                  <a:lnTo>
                    <a:pt x="12905" y="2619"/>
                  </a:lnTo>
                  <a:lnTo>
                    <a:pt x="12983" y="2634"/>
                  </a:lnTo>
                  <a:lnTo>
                    <a:pt x="13032" y="2655"/>
                  </a:lnTo>
                  <a:lnTo>
                    <a:pt x="13081" y="2655"/>
                  </a:lnTo>
                  <a:lnTo>
                    <a:pt x="13101" y="2670"/>
                  </a:lnTo>
                  <a:lnTo>
                    <a:pt x="13081" y="2691"/>
                  </a:lnTo>
                  <a:lnTo>
                    <a:pt x="13032" y="2691"/>
                  </a:lnTo>
                  <a:lnTo>
                    <a:pt x="13003" y="2691"/>
                  </a:lnTo>
                  <a:lnTo>
                    <a:pt x="12954" y="2691"/>
                  </a:lnTo>
                  <a:lnTo>
                    <a:pt x="12905" y="2705"/>
                  </a:lnTo>
                  <a:lnTo>
                    <a:pt x="12856" y="2727"/>
                  </a:lnTo>
                  <a:lnTo>
                    <a:pt x="12856" y="2741"/>
                  </a:lnTo>
                  <a:lnTo>
                    <a:pt x="12886" y="2763"/>
                  </a:lnTo>
                  <a:lnTo>
                    <a:pt x="12905" y="2763"/>
                  </a:lnTo>
                  <a:lnTo>
                    <a:pt x="12954" y="2777"/>
                  </a:lnTo>
                  <a:lnTo>
                    <a:pt x="13003" y="2798"/>
                  </a:lnTo>
                  <a:lnTo>
                    <a:pt x="13032" y="2813"/>
                  </a:lnTo>
                  <a:lnTo>
                    <a:pt x="13081" y="2834"/>
                  </a:lnTo>
                  <a:lnTo>
                    <a:pt x="13101" y="2834"/>
                  </a:lnTo>
                  <a:lnTo>
                    <a:pt x="13150" y="2834"/>
                  </a:lnTo>
                  <a:lnTo>
                    <a:pt x="13198" y="2813"/>
                  </a:lnTo>
                  <a:lnTo>
                    <a:pt x="13247" y="2798"/>
                  </a:lnTo>
                  <a:lnTo>
                    <a:pt x="13277" y="2813"/>
                  </a:lnTo>
                  <a:lnTo>
                    <a:pt x="13296" y="2834"/>
                  </a:lnTo>
                  <a:lnTo>
                    <a:pt x="13394" y="2849"/>
                  </a:lnTo>
                  <a:lnTo>
                    <a:pt x="13423" y="2849"/>
                  </a:lnTo>
                  <a:lnTo>
                    <a:pt x="13345" y="3120"/>
                  </a:lnTo>
                  <a:lnTo>
                    <a:pt x="13052" y="3450"/>
                  </a:lnTo>
                  <a:lnTo>
                    <a:pt x="12954" y="3049"/>
                  </a:lnTo>
                  <a:lnTo>
                    <a:pt x="12778" y="2884"/>
                  </a:lnTo>
                  <a:lnTo>
                    <a:pt x="12583" y="3085"/>
                  </a:lnTo>
                  <a:lnTo>
                    <a:pt x="12485" y="2884"/>
                  </a:lnTo>
                  <a:lnTo>
                    <a:pt x="12290" y="2634"/>
                  </a:lnTo>
                  <a:lnTo>
                    <a:pt x="12192" y="2312"/>
                  </a:lnTo>
                  <a:lnTo>
                    <a:pt x="11870" y="1932"/>
                  </a:lnTo>
                  <a:lnTo>
                    <a:pt x="11626" y="2455"/>
                  </a:lnTo>
                  <a:lnTo>
                    <a:pt x="11626" y="2634"/>
                  </a:lnTo>
                  <a:lnTo>
                    <a:pt x="11967" y="2849"/>
                  </a:lnTo>
                  <a:lnTo>
                    <a:pt x="12016" y="3085"/>
                  </a:lnTo>
                  <a:lnTo>
                    <a:pt x="11772" y="3264"/>
                  </a:lnTo>
                  <a:lnTo>
                    <a:pt x="11626" y="3192"/>
                  </a:lnTo>
                  <a:lnTo>
                    <a:pt x="11577" y="3192"/>
                  </a:lnTo>
                  <a:lnTo>
                    <a:pt x="11577" y="3178"/>
                  </a:lnTo>
                  <a:lnTo>
                    <a:pt x="11596" y="3142"/>
                  </a:lnTo>
                  <a:lnTo>
                    <a:pt x="11577" y="3106"/>
                  </a:lnTo>
                  <a:lnTo>
                    <a:pt x="11577" y="3070"/>
                  </a:lnTo>
                  <a:lnTo>
                    <a:pt x="11547" y="3035"/>
                  </a:lnTo>
                  <a:lnTo>
                    <a:pt x="11577" y="3035"/>
                  </a:lnTo>
                  <a:lnTo>
                    <a:pt x="11596" y="3035"/>
                  </a:lnTo>
                  <a:lnTo>
                    <a:pt x="11626" y="3035"/>
                  </a:lnTo>
                  <a:lnTo>
                    <a:pt x="11645" y="3035"/>
                  </a:lnTo>
                  <a:lnTo>
                    <a:pt x="11674" y="3035"/>
                  </a:lnTo>
                  <a:lnTo>
                    <a:pt x="11704" y="2999"/>
                  </a:lnTo>
                  <a:lnTo>
                    <a:pt x="11723" y="2956"/>
                  </a:lnTo>
                  <a:lnTo>
                    <a:pt x="11704" y="2920"/>
                  </a:lnTo>
                  <a:lnTo>
                    <a:pt x="11645" y="2906"/>
                  </a:lnTo>
                  <a:lnTo>
                    <a:pt x="11626" y="2884"/>
                  </a:lnTo>
                  <a:lnTo>
                    <a:pt x="11577" y="2884"/>
                  </a:lnTo>
                  <a:lnTo>
                    <a:pt x="11528" y="2849"/>
                  </a:lnTo>
                  <a:lnTo>
                    <a:pt x="11479" y="2834"/>
                  </a:lnTo>
                  <a:lnTo>
                    <a:pt x="11430" y="2798"/>
                  </a:lnTo>
                  <a:lnTo>
                    <a:pt x="11401" y="2777"/>
                  </a:lnTo>
                  <a:lnTo>
                    <a:pt x="11381" y="2741"/>
                  </a:lnTo>
                  <a:lnTo>
                    <a:pt x="11352" y="2705"/>
                  </a:lnTo>
                  <a:lnTo>
                    <a:pt x="11352" y="2670"/>
                  </a:lnTo>
                  <a:lnTo>
                    <a:pt x="11352" y="2655"/>
                  </a:lnTo>
                  <a:lnTo>
                    <a:pt x="11381" y="2634"/>
                  </a:lnTo>
                  <a:lnTo>
                    <a:pt x="11381" y="2598"/>
                  </a:lnTo>
                  <a:lnTo>
                    <a:pt x="11352" y="2548"/>
                  </a:lnTo>
                  <a:lnTo>
                    <a:pt x="11352" y="2505"/>
                  </a:lnTo>
                  <a:lnTo>
                    <a:pt x="11332" y="2455"/>
                  </a:lnTo>
                  <a:lnTo>
                    <a:pt x="11332" y="2419"/>
                  </a:lnTo>
                  <a:lnTo>
                    <a:pt x="11303" y="2383"/>
                  </a:lnTo>
                  <a:lnTo>
                    <a:pt x="11303" y="2348"/>
                  </a:lnTo>
                  <a:lnTo>
                    <a:pt x="11332" y="2326"/>
                  </a:lnTo>
                  <a:lnTo>
                    <a:pt x="11352" y="2312"/>
                  </a:lnTo>
                  <a:lnTo>
                    <a:pt x="11381" y="2312"/>
                  </a:lnTo>
                  <a:lnTo>
                    <a:pt x="11401" y="2276"/>
                  </a:lnTo>
                  <a:lnTo>
                    <a:pt x="11450" y="2219"/>
                  </a:lnTo>
                  <a:lnTo>
                    <a:pt x="11450" y="2204"/>
                  </a:lnTo>
                  <a:lnTo>
                    <a:pt x="11450" y="2183"/>
                  </a:lnTo>
                  <a:lnTo>
                    <a:pt x="11430" y="2169"/>
                  </a:lnTo>
                  <a:lnTo>
                    <a:pt x="11381" y="2147"/>
                  </a:lnTo>
                  <a:lnTo>
                    <a:pt x="11352" y="2147"/>
                  </a:lnTo>
                  <a:lnTo>
                    <a:pt x="11303" y="2147"/>
                  </a:lnTo>
                  <a:lnTo>
                    <a:pt x="11254" y="2147"/>
                  </a:lnTo>
                  <a:lnTo>
                    <a:pt x="11205" y="2147"/>
                  </a:lnTo>
                  <a:lnTo>
                    <a:pt x="11157" y="2169"/>
                  </a:lnTo>
                  <a:lnTo>
                    <a:pt x="11186" y="2183"/>
                  </a:lnTo>
                  <a:lnTo>
                    <a:pt x="11205" y="2204"/>
                  </a:lnTo>
                  <a:lnTo>
                    <a:pt x="11235" y="2219"/>
                  </a:lnTo>
                  <a:lnTo>
                    <a:pt x="11254" y="2240"/>
                  </a:lnTo>
                  <a:lnTo>
                    <a:pt x="11235" y="2240"/>
                  </a:lnTo>
                  <a:lnTo>
                    <a:pt x="11205" y="2254"/>
                  </a:lnTo>
                  <a:lnTo>
                    <a:pt x="11186" y="2240"/>
                  </a:lnTo>
                  <a:lnTo>
                    <a:pt x="11157" y="2219"/>
                  </a:lnTo>
                  <a:lnTo>
                    <a:pt x="11108" y="2219"/>
                  </a:lnTo>
                  <a:lnTo>
                    <a:pt x="11078" y="2240"/>
                  </a:lnTo>
                  <a:lnTo>
                    <a:pt x="11059" y="2254"/>
                  </a:lnTo>
                  <a:lnTo>
                    <a:pt x="11059" y="2290"/>
                  </a:lnTo>
                  <a:lnTo>
                    <a:pt x="11059" y="2312"/>
                  </a:lnTo>
                  <a:lnTo>
                    <a:pt x="11078" y="2348"/>
                  </a:lnTo>
                  <a:lnTo>
                    <a:pt x="11108" y="2362"/>
                  </a:lnTo>
                  <a:lnTo>
                    <a:pt x="11078" y="2398"/>
                  </a:lnTo>
                  <a:lnTo>
                    <a:pt x="11059" y="2433"/>
                  </a:lnTo>
                  <a:lnTo>
                    <a:pt x="11059" y="2491"/>
                  </a:lnTo>
                  <a:lnTo>
                    <a:pt x="11030" y="2526"/>
                  </a:lnTo>
                  <a:lnTo>
                    <a:pt x="11010" y="2505"/>
                  </a:lnTo>
                  <a:lnTo>
                    <a:pt x="10981" y="2455"/>
                  </a:lnTo>
                  <a:lnTo>
                    <a:pt x="10981" y="2398"/>
                  </a:lnTo>
                  <a:lnTo>
                    <a:pt x="10981" y="2348"/>
                  </a:lnTo>
                  <a:lnTo>
                    <a:pt x="10932" y="2312"/>
                  </a:lnTo>
                  <a:lnTo>
                    <a:pt x="10912" y="2290"/>
                  </a:lnTo>
                  <a:lnTo>
                    <a:pt x="10864" y="2254"/>
                  </a:lnTo>
                  <a:lnTo>
                    <a:pt x="10834" y="2254"/>
                  </a:lnTo>
                  <a:lnTo>
                    <a:pt x="10834" y="2276"/>
                  </a:lnTo>
                  <a:lnTo>
                    <a:pt x="10864" y="2312"/>
                  </a:lnTo>
                  <a:lnTo>
                    <a:pt x="10864" y="2348"/>
                  </a:lnTo>
                  <a:lnTo>
                    <a:pt x="10834" y="2348"/>
                  </a:lnTo>
                  <a:lnTo>
                    <a:pt x="10785" y="2348"/>
                  </a:lnTo>
                  <a:lnTo>
                    <a:pt x="10736" y="2326"/>
                  </a:lnTo>
                  <a:lnTo>
                    <a:pt x="10688" y="2290"/>
                  </a:lnTo>
                  <a:lnTo>
                    <a:pt x="10668" y="2254"/>
                  </a:lnTo>
                  <a:lnTo>
                    <a:pt x="10668" y="2240"/>
                  </a:lnTo>
                  <a:lnTo>
                    <a:pt x="10619" y="2240"/>
                  </a:lnTo>
                  <a:lnTo>
                    <a:pt x="10570" y="2254"/>
                  </a:lnTo>
                  <a:lnTo>
                    <a:pt x="10541" y="2254"/>
                  </a:lnTo>
                  <a:lnTo>
                    <a:pt x="10522" y="2240"/>
                  </a:lnTo>
                  <a:lnTo>
                    <a:pt x="10541" y="2219"/>
                  </a:lnTo>
                  <a:lnTo>
                    <a:pt x="10570" y="2169"/>
                  </a:lnTo>
                  <a:lnTo>
                    <a:pt x="10570" y="2147"/>
                  </a:lnTo>
                  <a:lnTo>
                    <a:pt x="10522" y="2133"/>
                  </a:lnTo>
                  <a:lnTo>
                    <a:pt x="10463" y="2147"/>
                  </a:lnTo>
                  <a:lnTo>
                    <a:pt x="10395" y="2147"/>
                  </a:lnTo>
                  <a:lnTo>
                    <a:pt x="10316" y="2169"/>
                  </a:lnTo>
                  <a:lnTo>
                    <a:pt x="10268" y="2169"/>
                  </a:lnTo>
                  <a:lnTo>
                    <a:pt x="10248" y="2183"/>
                  </a:lnTo>
                  <a:lnTo>
                    <a:pt x="10199" y="2183"/>
                  </a:lnTo>
                  <a:lnTo>
                    <a:pt x="10150" y="2204"/>
                  </a:lnTo>
                  <a:lnTo>
                    <a:pt x="10121" y="2219"/>
                  </a:lnTo>
                  <a:lnTo>
                    <a:pt x="10121" y="2254"/>
                  </a:lnTo>
                  <a:lnTo>
                    <a:pt x="10101" y="2290"/>
                  </a:lnTo>
                  <a:lnTo>
                    <a:pt x="10053" y="2312"/>
                  </a:lnTo>
                  <a:lnTo>
                    <a:pt x="10004" y="2312"/>
                  </a:lnTo>
                  <a:lnTo>
                    <a:pt x="9974" y="2326"/>
                  </a:lnTo>
                  <a:lnTo>
                    <a:pt x="9974" y="2362"/>
                  </a:lnTo>
                  <a:lnTo>
                    <a:pt x="10004" y="2383"/>
                  </a:lnTo>
                  <a:lnTo>
                    <a:pt x="10053" y="2419"/>
                  </a:lnTo>
                  <a:lnTo>
                    <a:pt x="10101" y="2455"/>
                  </a:lnTo>
                  <a:lnTo>
                    <a:pt x="10121" y="2469"/>
                  </a:lnTo>
                  <a:lnTo>
                    <a:pt x="10150" y="2469"/>
                  </a:lnTo>
                  <a:lnTo>
                    <a:pt x="10150" y="2505"/>
                  </a:lnTo>
                  <a:lnTo>
                    <a:pt x="10150" y="2526"/>
                  </a:lnTo>
                  <a:lnTo>
                    <a:pt x="10101" y="2548"/>
                  </a:lnTo>
                  <a:lnTo>
                    <a:pt x="10023" y="2526"/>
                  </a:lnTo>
                  <a:lnTo>
                    <a:pt x="9974" y="2548"/>
                  </a:lnTo>
                  <a:lnTo>
                    <a:pt x="9974" y="2562"/>
                  </a:lnTo>
                  <a:lnTo>
                    <a:pt x="9974" y="2584"/>
                  </a:lnTo>
                  <a:lnTo>
                    <a:pt x="9974" y="2619"/>
                  </a:lnTo>
                  <a:lnTo>
                    <a:pt x="10004" y="2655"/>
                  </a:lnTo>
                  <a:lnTo>
                    <a:pt x="10023" y="2670"/>
                  </a:lnTo>
                  <a:lnTo>
                    <a:pt x="10072" y="2670"/>
                  </a:lnTo>
                  <a:lnTo>
                    <a:pt x="10121" y="2670"/>
                  </a:lnTo>
                  <a:lnTo>
                    <a:pt x="10199" y="2670"/>
                  </a:lnTo>
                  <a:lnTo>
                    <a:pt x="10268" y="2691"/>
                  </a:lnTo>
                  <a:lnTo>
                    <a:pt x="10297" y="2691"/>
                  </a:lnTo>
                  <a:lnTo>
                    <a:pt x="10346" y="2691"/>
                  </a:lnTo>
                  <a:lnTo>
                    <a:pt x="10443" y="2705"/>
                  </a:lnTo>
                  <a:lnTo>
                    <a:pt x="10522" y="2727"/>
                  </a:lnTo>
                  <a:lnTo>
                    <a:pt x="10570" y="2763"/>
                  </a:lnTo>
                  <a:lnTo>
                    <a:pt x="10570" y="2798"/>
                  </a:lnTo>
                  <a:lnTo>
                    <a:pt x="10541" y="2834"/>
                  </a:lnTo>
                  <a:lnTo>
                    <a:pt x="10541" y="2849"/>
                  </a:lnTo>
                  <a:lnTo>
                    <a:pt x="10522" y="2849"/>
                  </a:lnTo>
                  <a:lnTo>
                    <a:pt x="10463" y="2834"/>
                  </a:lnTo>
                  <a:lnTo>
                    <a:pt x="10414" y="2834"/>
                  </a:lnTo>
                  <a:lnTo>
                    <a:pt x="10346" y="2813"/>
                  </a:lnTo>
                  <a:lnTo>
                    <a:pt x="10297" y="2777"/>
                  </a:lnTo>
                  <a:lnTo>
                    <a:pt x="10248" y="2777"/>
                  </a:lnTo>
                  <a:lnTo>
                    <a:pt x="10199" y="2763"/>
                  </a:lnTo>
                  <a:lnTo>
                    <a:pt x="10150" y="2741"/>
                  </a:lnTo>
                  <a:lnTo>
                    <a:pt x="10101" y="2741"/>
                  </a:lnTo>
                  <a:lnTo>
                    <a:pt x="10023" y="2741"/>
                  </a:lnTo>
                  <a:lnTo>
                    <a:pt x="9974" y="2741"/>
                  </a:lnTo>
                  <a:lnTo>
                    <a:pt x="9955" y="2741"/>
                  </a:lnTo>
                  <a:lnTo>
                    <a:pt x="9955" y="2777"/>
                  </a:lnTo>
                  <a:lnTo>
                    <a:pt x="9955" y="2813"/>
                  </a:lnTo>
                  <a:lnTo>
                    <a:pt x="9955" y="2849"/>
                  </a:lnTo>
                  <a:lnTo>
                    <a:pt x="9955" y="2884"/>
                  </a:lnTo>
                  <a:lnTo>
                    <a:pt x="9974" y="2906"/>
                  </a:lnTo>
                  <a:lnTo>
                    <a:pt x="10023" y="2906"/>
                  </a:lnTo>
                  <a:lnTo>
                    <a:pt x="10072" y="2920"/>
                  </a:lnTo>
                  <a:lnTo>
                    <a:pt x="10121" y="2956"/>
                  </a:lnTo>
                  <a:lnTo>
                    <a:pt x="10199" y="2999"/>
                  </a:lnTo>
                  <a:lnTo>
                    <a:pt x="10248" y="3035"/>
                  </a:lnTo>
                  <a:lnTo>
                    <a:pt x="10248" y="3070"/>
                  </a:lnTo>
                  <a:lnTo>
                    <a:pt x="10268" y="3106"/>
                  </a:lnTo>
                  <a:lnTo>
                    <a:pt x="10268" y="3142"/>
                  </a:lnTo>
                  <a:lnTo>
                    <a:pt x="10297" y="3156"/>
                  </a:lnTo>
                  <a:lnTo>
                    <a:pt x="10316" y="3156"/>
                  </a:lnTo>
                  <a:lnTo>
                    <a:pt x="10346" y="3156"/>
                  </a:lnTo>
                  <a:lnTo>
                    <a:pt x="10395" y="3178"/>
                  </a:lnTo>
                  <a:lnTo>
                    <a:pt x="10414" y="3178"/>
                  </a:lnTo>
                  <a:lnTo>
                    <a:pt x="10463" y="3192"/>
                  </a:lnTo>
                  <a:lnTo>
                    <a:pt x="10492" y="3192"/>
                  </a:lnTo>
                  <a:lnTo>
                    <a:pt x="10522" y="3192"/>
                  </a:lnTo>
                  <a:lnTo>
                    <a:pt x="10541" y="3192"/>
                  </a:lnTo>
                  <a:lnTo>
                    <a:pt x="10590" y="3192"/>
                  </a:lnTo>
                  <a:lnTo>
                    <a:pt x="10619" y="3178"/>
                  </a:lnTo>
                  <a:lnTo>
                    <a:pt x="10688" y="3178"/>
                  </a:lnTo>
                  <a:lnTo>
                    <a:pt x="10766" y="3156"/>
                  </a:lnTo>
                  <a:lnTo>
                    <a:pt x="10815" y="3142"/>
                  </a:lnTo>
                  <a:lnTo>
                    <a:pt x="10883" y="3142"/>
                  </a:lnTo>
                  <a:lnTo>
                    <a:pt x="10932" y="3120"/>
                  </a:lnTo>
                  <a:lnTo>
                    <a:pt x="10981" y="3106"/>
                  </a:lnTo>
                  <a:lnTo>
                    <a:pt x="11030" y="3070"/>
                  </a:lnTo>
                  <a:lnTo>
                    <a:pt x="11059" y="3049"/>
                  </a:lnTo>
                  <a:lnTo>
                    <a:pt x="11078" y="3070"/>
                  </a:lnTo>
                  <a:lnTo>
                    <a:pt x="11108" y="3070"/>
                  </a:lnTo>
                  <a:lnTo>
                    <a:pt x="11157" y="3106"/>
                  </a:lnTo>
                  <a:lnTo>
                    <a:pt x="11186" y="3106"/>
                  </a:lnTo>
                  <a:lnTo>
                    <a:pt x="11205" y="3142"/>
                  </a:lnTo>
                  <a:lnTo>
                    <a:pt x="11254" y="3156"/>
                  </a:lnTo>
                  <a:lnTo>
                    <a:pt x="11303" y="3178"/>
                  </a:lnTo>
                  <a:lnTo>
                    <a:pt x="11332" y="3214"/>
                  </a:lnTo>
                  <a:lnTo>
                    <a:pt x="11401" y="3228"/>
                  </a:lnTo>
                  <a:lnTo>
                    <a:pt x="11303" y="3371"/>
                  </a:lnTo>
                  <a:lnTo>
                    <a:pt x="10961" y="3299"/>
                  </a:lnTo>
                  <a:lnTo>
                    <a:pt x="10443" y="3299"/>
                  </a:lnTo>
                  <a:lnTo>
                    <a:pt x="10150" y="3156"/>
                  </a:lnTo>
                  <a:lnTo>
                    <a:pt x="9681" y="3228"/>
                  </a:lnTo>
                  <a:lnTo>
                    <a:pt x="9730" y="3335"/>
                  </a:lnTo>
                  <a:lnTo>
                    <a:pt x="9779" y="3557"/>
                  </a:lnTo>
                  <a:lnTo>
                    <a:pt x="9633" y="3521"/>
                  </a:lnTo>
                  <a:lnTo>
                    <a:pt x="9359" y="3299"/>
                  </a:lnTo>
                  <a:lnTo>
                    <a:pt x="8822" y="3371"/>
                  </a:lnTo>
                  <a:lnTo>
                    <a:pt x="8548" y="3228"/>
                  </a:lnTo>
                  <a:lnTo>
                    <a:pt x="8646" y="3085"/>
                  </a:lnTo>
                  <a:lnTo>
                    <a:pt x="8304" y="3013"/>
                  </a:lnTo>
                  <a:lnTo>
                    <a:pt x="7884" y="2849"/>
                  </a:lnTo>
                  <a:lnTo>
                    <a:pt x="7317" y="2741"/>
                  </a:lnTo>
                  <a:lnTo>
                    <a:pt x="6966" y="2813"/>
                  </a:lnTo>
                  <a:lnTo>
                    <a:pt x="6604" y="2526"/>
                  </a:lnTo>
                  <a:lnTo>
                    <a:pt x="5637" y="2849"/>
                  </a:lnTo>
                  <a:lnTo>
                    <a:pt x="5373" y="3049"/>
                  </a:lnTo>
                  <a:lnTo>
                    <a:pt x="4973" y="2977"/>
                  </a:lnTo>
                  <a:lnTo>
                    <a:pt x="4709" y="2777"/>
                  </a:lnTo>
                  <a:lnTo>
                    <a:pt x="4406" y="2705"/>
                  </a:lnTo>
                  <a:lnTo>
                    <a:pt x="4289" y="2705"/>
                  </a:lnTo>
                  <a:lnTo>
                    <a:pt x="4142" y="2598"/>
                  </a:lnTo>
                  <a:lnTo>
                    <a:pt x="3673" y="2634"/>
                  </a:lnTo>
                  <a:lnTo>
                    <a:pt x="3009" y="2419"/>
                  </a:lnTo>
                  <a:lnTo>
                    <a:pt x="2706" y="2455"/>
                  </a:lnTo>
                  <a:lnTo>
                    <a:pt x="2462" y="2348"/>
                  </a:lnTo>
                  <a:lnTo>
                    <a:pt x="2393" y="2219"/>
                  </a:lnTo>
                  <a:lnTo>
                    <a:pt x="1944" y="2111"/>
                  </a:lnTo>
                  <a:lnTo>
                    <a:pt x="1671" y="2254"/>
                  </a:lnTo>
                  <a:lnTo>
                    <a:pt x="1280" y="2383"/>
                  </a:lnTo>
                  <a:lnTo>
                    <a:pt x="957" y="2526"/>
                  </a:lnTo>
                  <a:lnTo>
                    <a:pt x="762" y="2884"/>
                  </a:lnTo>
                  <a:lnTo>
                    <a:pt x="342" y="2956"/>
                  </a:lnTo>
                  <a:lnTo>
                    <a:pt x="342" y="3192"/>
                  </a:lnTo>
                  <a:lnTo>
                    <a:pt x="664" y="3485"/>
                  </a:lnTo>
                  <a:lnTo>
                    <a:pt x="957" y="3593"/>
                  </a:lnTo>
                  <a:lnTo>
                    <a:pt x="957" y="3736"/>
                  </a:lnTo>
                  <a:lnTo>
                    <a:pt x="762" y="3808"/>
                  </a:lnTo>
                  <a:lnTo>
                    <a:pt x="488" y="3736"/>
                  </a:lnTo>
                  <a:lnTo>
                    <a:pt x="0" y="4008"/>
                  </a:lnTo>
                  <a:lnTo>
                    <a:pt x="147" y="4115"/>
                  </a:lnTo>
                  <a:lnTo>
                    <a:pt x="342" y="4258"/>
                  </a:lnTo>
                  <a:lnTo>
                    <a:pt x="811" y="4258"/>
                  </a:lnTo>
                  <a:lnTo>
                    <a:pt x="1153" y="4294"/>
                  </a:lnTo>
                  <a:lnTo>
                    <a:pt x="1006" y="4545"/>
                  </a:lnTo>
                  <a:lnTo>
                    <a:pt x="615" y="4674"/>
                  </a:lnTo>
                  <a:lnTo>
                    <a:pt x="293" y="4817"/>
                  </a:lnTo>
                  <a:lnTo>
                    <a:pt x="244" y="4996"/>
                  </a:lnTo>
                  <a:lnTo>
                    <a:pt x="615" y="5182"/>
                  </a:lnTo>
                  <a:lnTo>
                    <a:pt x="664" y="5375"/>
                  </a:lnTo>
                  <a:lnTo>
                    <a:pt x="909" y="5447"/>
                  </a:lnTo>
                  <a:lnTo>
                    <a:pt x="957" y="5704"/>
                  </a:lnTo>
                  <a:lnTo>
                    <a:pt x="1329" y="5668"/>
                  </a:lnTo>
                  <a:lnTo>
                    <a:pt x="1778" y="5668"/>
                  </a:lnTo>
                  <a:lnTo>
                    <a:pt x="1524" y="6012"/>
                  </a:lnTo>
                  <a:lnTo>
                    <a:pt x="762" y="6477"/>
                  </a:lnTo>
                  <a:lnTo>
                    <a:pt x="1622" y="6155"/>
                  </a:lnTo>
                  <a:lnTo>
                    <a:pt x="2286" y="5633"/>
                  </a:lnTo>
                  <a:lnTo>
                    <a:pt x="2237" y="5525"/>
                  </a:lnTo>
                  <a:lnTo>
                    <a:pt x="2657" y="5146"/>
                  </a:lnTo>
                  <a:lnTo>
                    <a:pt x="2755" y="5303"/>
                  </a:lnTo>
                  <a:lnTo>
                    <a:pt x="2804" y="5482"/>
                  </a:lnTo>
                  <a:lnTo>
                    <a:pt x="3126" y="5303"/>
                  </a:lnTo>
                  <a:lnTo>
                    <a:pt x="3468" y="5146"/>
                  </a:lnTo>
                  <a:lnTo>
                    <a:pt x="3624" y="5232"/>
                  </a:lnTo>
                  <a:lnTo>
                    <a:pt x="4406" y="5339"/>
                  </a:lnTo>
                  <a:lnTo>
                    <a:pt x="4924" y="5525"/>
                  </a:lnTo>
                  <a:lnTo>
                    <a:pt x="5324" y="5375"/>
                  </a:lnTo>
                  <a:lnTo>
                    <a:pt x="5891" y="6119"/>
                  </a:lnTo>
                  <a:lnTo>
                    <a:pt x="6252" y="6298"/>
                  </a:lnTo>
                  <a:lnTo>
                    <a:pt x="6204" y="6584"/>
                  </a:lnTo>
                  <a:lnTo>
                    <a:pt x="6350" y="6821"/>
                  </a:lnTo>
                  <a:lnTo>
                    <a:pt x="6751" y="7221"/>
                  </a:lnTo>
                  <a:lnTo>
                    <a:pt x="7317" y="7486"/>
                  </a:lnTo>
                  <a:lnTo>
                    <a:pt x="7366" y="7672"/>
                  </a:lnTo>
                  <a:lnTo>
                    <a:pt x="7415" y="7887"/>
                  </a:lnTo>
                  <a:lnTo>
                    <a:pt x="7268" y="7959"/>
                  </a:lnTo>
                  <a:lnTo>
                    <a:pt x="7317" y="7816"/>
                  </a:lnTo>
                  <a:lnTo>
                    <a:pt x="7024" y="7744"/>
                  </a:lnTo>
                  <a:lnTo>
                    <a:pt x="7171" y="8138"/>
                  </a:lnTo>
                  <a:lnTo>
                    <a:pt x="7122" y="8445"/>
                  </a:lnTo>
                  <a:lnTo>
                    <a:pt x="7024" y="8732"/>
                  </a:lnTo>
                  <a:lnTo>
                    <a:pt x="7122" y="8968"/>
                  </a:lnTo>
                  <a:lnTo>
                    <a:pt x="7122" y="9111"/>
                  </a:lnTo>
                  <a:lnTo>
                    <a:pt x="7366" y="9476"/>
                  </a:lnTo>
                  <a:lnTo>
                    <a:pt x="7561" y="9726"/>
                  </a:lnTo>
                  <a:lnTo>
                    <a:pt x="7737" y="9927"/>
                  </a:lnTo>
                  <a:lnTo>
                    <a:pt x="8177" y="10142"/>
                  </a:lnTo>
                  <a:lnTo>
                    <a:pt x="8226" y="10213"/>
                  </a:lnTo>
                  <a:lnTo>
                    <a:pt x="8255" y="10213"/>
                  </a:lnTo>
                  <a:lnTo>
                    <a:pt x="8548" y="10614"/>
                  </a:lnTo>
                  <a:lnTo>
                    <a:pt x="8744" y="10843"/>
                  </a:lnTo>
                  <a:lnTo>
                    <a:pt x="8695" y="10915"/>
                  </a:lnTo>
                  <a:lnTo>
                    <a:pt x="9066" y="11101"/>
                  </a:lnTo>
                  <a:lnTo>
                    <a:pt x="9115" y="11280"/>
                  </a:lnTo>
                  <a:lnTo>
                    <a:pt x="9261" y="11351"/>
                  </a:lnTo>
                  <a:lnTo>
                    <a:pt x="9457" y="11494"/>
                  </a:lnTo>
                  <a:lnTo>
                    <a:pt x="9535" y="11387"/>
                  </a:lnTo>
                  <a:lnTo>
                    <a:pt x="9310" y="11280"/>
                  </a:lnTo>
                  <a:lnTo>
                    <a:pt x="9115" y="10950"/>
                  </a:lnTo>
                  <a:lnTo>
                    <a:pt x="8744" y="10571"/>
                  </a:lnTo>
                  <a:lnTo>
                    <a:pt x="8646" y="10356"/>
                  </a:lnTo>
                  <a:lnTo>
                    <a:pt x="8919" y="10428"/>
                  </a:lnTo>
                  <a:lnTo>
                    <a:pt x="9164" y="10807"/>
                  </a:lnTo>
                  <a:lnTo>
                    <a:pt x="9261" y="10915"/>
                  </a:lnTo>
                  <a:lnTo>
                    <a:pt x="9535" y="11029"/>
                  </a:lnTo>
                  <a:lnTo>
                    <a:pt x="9535" y="11136"/>
                  </a:lnTo>
                  <a:lnTo>
                    <a:pt x="9730" y="11208"/>
                  </a:lnTo>
                  <a:lnTo>
                    <a:pt x="9828" y="11315"/>
                  </a:lnTo>
                  <a:lnTo>
                    <a:pt x="10072" y="11494"/>
                  </a:lnTo>
                  <a:lnTo>
                    <a:pt x="10121" y="11766"/>
                  </a:lnTo>
                  <a:lnTo>
                    <a:pt x="10121" y="11874"/>
                  </a:lnTo>
                  <a:lnTo>
                    <a:pt x="10785" y="12160"/>
                  </a:lnTo>
                  <a:lnTo>
                    <a:pt x="11108" y="12289"/>
                  </a:lnTo>
                  <a:lnTo>
                    <a:pt x="11674" y="12396"/>
                  </a:lnTo>
                  <a:lnTo>
                    <a:pt x="11821" y="12360"/>
                  </a:lnTo>
                  <a:lnTo>
                    <a:pt x="11967" y="12360"/>
                  </a:lnTo>
                  <a:lnTo>
                    <a:pt x="12212" y="12503"/>
                  </a:lnTo>
                  <a:lnTo>
                    <a:pt x="12270" y="12561"/>
                  </a:lnTo>
                  <a:lnTo>
                    <a:pt x="12583" y="12596"/>
                  </a:lnTo>
                  <a:lnTo>
                    <a:pt x="12729" y="12561"/>
                  </a:lnTo>
                  <a:lnTo>
                    <a:pt x="12729" y="12539"/>
                  </a:lnTo>
                  <a:lnTo>
                    <a:pt x="13003" y="12647"/>
                  </a:lnTo>
                  <a:lnTo>
                    <a:pt x="13296" y="12561"/>
                  </a:lnTo>
                  <a:lnTo>
                    <a:pt x="12983" y="12647"/>
                  </a:lnTo>
                  <a:lnTo>
                    <a:pt x="13247" y="12954"/>
                  </a:lnTo>
                  <a:lnTo>
                    <a:pt x="13345" y="13026"/>
                  </a:lnTo>
                  <a:lnTo>
                    <a:pt x="13814" y="13248"/>
                  </a:lnTo>
                  <a:lnTo>
                    <a:pt x="13863" y="13097"/>
                  </a:lnTo>
                  <a:lnTo>
                    <a:pt x="13716" y="12954"/>
                  </a:lnTo>
                  <a:close/>
                  <a:moveTo>
                    <a:pt x="12388" y="12324"/>
                  </a:moveTo>
                  <a:lnTo>
                    <a:pt x="12388" y="12324"/>
                  </a:lnTo>
                  <a:lnTo>
                    <a:pt x="12515" y="12324"/>
                  </a:lnTo>
                  <a:lnTo>
                    <a:pt x="12534" y="12324"/>
                  </a:lnTo>
                  <a:lnTo>
                    <a:pt x="12388" y="12324"/>
                  </a:lnTo>
                  <a:close/>
                  <a:moveTo>
                    <a:pt x="15563" y="12110"/>
                  </a:moveTo>
                  <a:lnTo>
                    <a:pt x="15768" y="12110"/>
                  </a:lnTo>
                  <a:lnTo>
                    <a:pt x="15914" y="12017"/>
                  </a:lnTo>
                  <a:lnTo>
                    <a:pt x="16325" y="12074"/>
                  </a:lnTo>
                  <a:lnTo>
                    <a:pt x="16129" y="11981"/>
                  </a:lnTo>
                  <a:lnTo>
                    <a:pt x="15817" y="11874"/>
                  </a:lnTo>
                  <a:lnTo>
                    <a:pt x="15416" y="11874"/>
                  </a:lnTo>
                  <a:lnTo>
                    <a:pt x="15416" y="11945"/>
                  </a:lnTo>
                  <a:lnTo>
                    <a:pt x="15201" y="11981"/>
                  </a:lnTo>
                  <a:lnTo>
                    <a:pt x="15465" y="12074"/>
                  </a:lnTo>
                  <a:lnTo>
                    <a:pt x="15563" y="12110"/>
                  </a:lnTo>
                  <a:close/>
                  <a:moveTo>
                    <a:pt x="14849" y="11695"/>
                  </a:moveTo>
                  <a:lnTo>
                    <a:pt x="14849" y="11695"/>
                  </a:lnTo>
                  <a:lnTo>
                    <a:pt x="14781" y="11623"/>
                  </a:lnTo>
                  <a:lnTo>
                    <a:pt x="14752" y="11587"/>
                  </a:lnTo>
                  <a:lnTo>
                    <a:pt x="14380" y="11480"/>
                  </a:lnTo>
                  <a:lnTo>
                    <a:pt x="13814" y="11480"/>
                  </a:lnTo>
                  <a:lnTo>
                    <a:pt x="13501" y="11516"/>
                  </a:lnTo>
                  <a:lnTo>
                    <a:pt x="13394" y="11587"/>
                  </a:lnTo>
                  <a:lnTo>
                    <a:pt x="13648" y="11623"/>
                  </a:lnTo>
                  <a:lnTo>
                    <a:pt x="13863" y="11623"/>
                  </a:lnTo>
                  <a:lnTo>
                    <a:pt x="14166" y="11623"/>
                  </a:lnTo>
                  <a:lnTo>
                    <a:pt x="14478" y="11659"/>
                  </a:lnTo>
                  <a:lnTo>
                    <a:pt x="14576" y="11766"/>
                  </a:lnTo>
                  <a:lnTo>
                    <a:pt x="14683" y="11838"/>
                  </a:lnTo>
                  <a:lnTo>
                    <a:pt x="15094" y="11838"/>
                  </a:lnTo>
                  <a:lnTo>
                    <a:pt x="15172" y="11838"/>
                  </a:lnTo>
                  <a:lnTo>
                    <a:pt x="15201" y="11816"/>
                  </a:lnTo>
                  <a:lnTo>
                    <a:pt x="15201" y="11802"/>
                  </a:lnTo>
                  <a:lnTo>
                    <a:pt x="15094" y="11730"/>
                  </a:lnTo>
                  <a:lnTo>
                    <a:pt x="15025" y="11730"/>
                  </a:lnTo>
                  <a:lnTo>
                    <a:pt x="14928" y="11709"/>
                  </a:lnTo>
                  <a:lnTo>
                    <a:pt x="14849" y="11695"/>
                  </a:lnTo>
                  <a:close/>
                  <a:moveTo>
                    <a:pt x="16647" y="12289"/>
                  </a:moveTo>
                  <a:lnTo>
                    <a:pt x="16891" y="12324"/>
                  </a:lnTo>
                  <a:lnTo>
                    <a:pt x="16891" y="12231"/>
                  </a:lnTo>
                  <a:lnTo>
                    <a:pt x="16676" y="12231"/>
                  </a:lnTo>
                  <a:lnTo>
                    <a:pt x="16647" y="12289"/>
                  </a:lnTo>
                  <a:close/>
                  <a:moveTo>
                    <a:pt x="14185" y="13319"/>
                  </a:moveTo>
                  <a:lnTo>
                    <a:pt x="14185" y="13319"/>
                  </a:lnTo>
                  <a:lnTo>
                    <a:pt x="14332" y="13212"/>
                  </a:lnTo>
                  <a:lnTo>
                    <a:pt x="14527" y="13248"/>
                  </a:lnTo>
                  <a:lnTo>
                    <a:pt x="14576" y="13355"/>
                  </a:lnTo>
                  <a:lnTo>
                    <a:pt x="14732" y="13248"/>
                  </a:lnTo>
                  <a:lnTo>
                    <a:pt x="14527" y="13140"/>
                  </a:lnTo>
                  <a:lnTo>
                    <a:pt x="14283" y="13140"/>
                  </a:lnTo>
                  <a:lnTo>
                    <a:pt x="14117" y="13155"/>
                  </a:lnTo>
                  <a:lnTo>
                    <a:pt x="13990" y="13155"/>
                  </a:lnTo>
                  <a:lnTo>
                    <a:pt x="13912" y="13140"/>
                  </a:lnTo>
                  <a:lnTo>
                    <a:pt x="13863" y="13140"/>
                  </a:lnTo>
                  <a:lnTo>
                    <a:pt x="13863" y="13097"/>
                  </a:lnTo>
                  <a:lnTo>
                    <a:pt x="13814" y="13248"/>
                  </a:lnTo>
                  <a:lnTo>
                    <a:pt x="14019" y="13391"/>
                  </a:lnTo>
                  <a:lnTo>
                    <a:pt x="14117" y="13391"/>
                  </a:lnTo>
                  <a:lnTo>
                    <a:pt x="14185" y="13319"/>
                  </a:lnTo>
                  <a:close/>
                  <a:moveTo>
                    <a:pt x="21502" y="14837"/>
                  </a:moveTo>
                  <a:lnTo>
                    <a:pt x="21502" y="14837"/>
                  </a:lnTo>
                  <a:lnTo>
                    <a:pt x="21180" y="14758"/>
                  </a:lnTo>
                  <a:lnTo>
                    <a:pt x="20740" y="14579"/>
                  </a:lnTo>
                  <a:lnTo>
                    <a:pt x="20223" y="14543"/>
                  </a:lnTo>
                  <a:lnTo>
                    <a:pt x="20076" y="14507"/>
                  </a:lnTo>
                  <a:lnTo>
                    <a:pt x="19949" y="14400"/>
                  </a:lnTo>
                  <a:lnTo>
                    <a:pt x="19558" y="14293"/>
                  </a:lnTo>
                  <a:lnTo>
                    <a:pt x="19187" y="14128"/>
                  </a:lnTo>
                  <a:lnTo>
                    <a:pt x="19138" y="13985"/>
                  </a:lnTo>
                  <a:lnTo>
                    <a:pt x="18992" y="13699"/>
                  </a:lnTo>
                  <a:lnTo>
                    <a:pt x="18943" y="13699"/>
                  </a:lnTo>
                  <a:lnTo>
                    <a:pt x="18591" y="13548"/>
                  </a:lnTo>
                  <a:lnTo>
                    <a:pt x="18474" y="13548"/>
                  </a:lnTo>
                  <a:lnTo>
                    <a:pt x="18474" y="13570"/>
                  </a:lnTo>
                  <a:lnTo>
                    <a:pt x="18474" y="13548"/>
                  </a:lnTo>
                  <a:lnTo>
                    <a:pt x="18054" y="13513"/>
                  </a:lnTo>
                  <a:lnTo>
                    <a:pt x="18054" y="13477"/>
                  </a:lnTo>
                  <a:lnTo>
                    <a:pt x="18054" y="13513"/>
                  </a:lnTo>
                  <a:lnTo>
                    <a:pt x="18054" y="13462"/>
                  </a:lnTo>
                  <a:lnTo>
                    <a:pt x="17858" y="13427"/>
                  </a:lnTo>
                  <a:lnTo>
                    <a:pt x="17810" y="13319"/>
                  </a:lnTo>
                  <a:lnTo>
                    <a:pt x="17614" y="13212"/>
                  </a:lnTo>
                  <a:lnTo>
                    <a:pt x="17565" y="13212"/>
                  </a:lnTo>
                  <a:lnTo>
                    <a:pt x="17409" y="13176"/>
                  </a:lnTo>
                  <a:lnTo>
                    <a:pt x="17360" y="13097"/>
                  </a:lnTo>
                  <a:lnTo>
                    <a:pt x="17047" y="12990"/>
                  </a:lnTo>
                  <a:lnTo>
                    <a:pt x="16549" y="13026"/>
                  </a:lnTo>
                  <a:lnTo>
                    <a:pt x="16276" y="12990"/>
                  </a:lnTo>
                  <a:lnTo>
                    <a:pt x="16227" y="12918"/>
                  </a:lnTo>
                  <a:lnTo>
                    <a:pt x="15983" y="12883"/>
                  </a:lnTo>
                  <a:lnTo>
                    <a:pt x="15709" y="12918"/>
                  </a:lnTo>
                  <a:lnTo>
                    <a:pt x="15690" y="12904"/>
                  </a:lnTo>
                  <a:lnTo>
                    <a:pt x="15690" y="12868"/>
                  </a:lnTo>
                  <a:lnTo>
                    <a:pt x="15660" y="12811"/>
                  </a:lnTo>
                  <a:lnTo>
                    <a:pt x="15543" y="12847"/>
                  </a:lnTo>
                  <a:lnTo>
                    <a:pt x="15660" y="12811"/>
                  </a:lnTo>
                  <a:lnTo>
                    <a:pt x="15660" y="12775"/>
                  </a:lnTo>
                  <a:lnTo>
                    <a:pt x="15299" y="12847"/>
                  </a:lnTo>
                  <a:lnTo>
                    <a:pt x="15094" y="12918"/>
                  </a:lnTo>
                  <a:lnTo>
                    <a:pt x="14996" y="13097"/>
                  </a:lnTo>
                  <a:lnTo>
                    <a:pt x="14898" y="13140"/>
                  </a:lnTo>
                  <a:lnTo>
                    <a:pt x="14732" y="13248"/>
                  </a:lnTo>
                  <a:lnTo>
                    <a:pt x="14576" y="13355"/>
                  </a:lnTo>
                  <a:lnTo>
                    <a:pt x="14634" y="13441"/>
                  </a:lnTo>
                  <a:lnTo>
                    <a:pt x="14683" y="13627"/>
                  </a:lnTo>
                  <a:lnTo>
                    <a:pt x="14683" y="13734"/>
                  </a:lnTo>
                  <a:lnTo>
                    <a:pt x="14732" y="13878"/>
                  </a:lnTo>
                  <a:lnTo>
                    <a:pt x="14527" y="13985"/>
                  </a:lnTo>
                  <a:lnTo>
                    <a:pt x="14429" y="14056"/>
                  </a:lnTo>
                  <a:lnTo>
                    <a:pt x="14380" y="14128"/>
                  </a:lnTo>
                  <a:lnTo>
                    <a:pt x="14166" y="14472"/>
                  </a:lnTo>
                  <a:lnTo>
                    <a:pt x="14283" y="14615"/>
                  </a:lnTo>
                  <a:lnTo>
                    <a:pt x="14166" y="14650"/>
                  </a:lnTo>
                  <a:lnTo>
                    <a:pt x="14185" y="14650"/>
                  </a:lnTo>
                  <a:lnTo>
                    <a:pt x="14019" y="14722"/>
                  </a:lnTo>
                  <a:lnTo>
                    <a:pt x="14185" y="14980"/>
                  </a:lnTo>
                  <a:lnTo>
                    <a:pt x="14478" y="15359"/>
                  </a:lnTo>
                  <a:lnTo>
                    <a:pt x="14801" y="15824"/>
                  </a:lnTo>
                  <a:lnTo>
                    <a:pt x="14801" y="15896"/>
                  </a:lnTo>
                  <a:lnTo>
                    <a:pt x="15885" y="16347"/>
                  </a:lnTo>
                  <a:lnTo>
                    <a:pt x="15934" y="16347"/>
                  </a:lnTo>
                  <a:lnTo>
                    <a:pt x="15934" y="16332"/>
                  </a:lnTo>
                  <a:lnTo>
                    <a:pt x="15963" y="16311"/>
                  </a:lnTo>
                  <a:lnTo>
                    <a:pt x="16110" y="16418"/>
                  </a:lnTo>
                  <a:lnTo>
                    <a:pt x="16110" y="16440"/>
                  </a:lnTo>
                  <a:lnTo>
                    <a:pt x="16061" y="16569"/>
                  </a:lnTo>
                  <a:lnTo>
                    <a:pt x="16276" y="16833"/>
                  </a:lnTo>
                  <a:lnTo>
                    <a:pt x="16325" y="16905"/>
                  </a:lnTo>
                  <a:lnTo>
                    <a:pt x="16383" y="16869"/>
                  </a:lnTo>
                  <a:lnTo>
                    <a:pt x="16383" y="16891"/>
                  </a:lnTo>
                  <a:lnTo>
                    <a:pt x="16325" y="16905"/>
                  </a:lnTo>
                  <a:lnTo>
                    <a:pt x="16383" y="16948"/>
                  </a:lnTo>
                  <a:lnTo>
                    <a:pt x="16325" y="17091"/>
                  </a:lnTo>
                  <a:lnTo>
                    <a:pt x="16178" y="17213"/>
                  </a:lnTo>
                  <a:lnTo>
                    <a:pt x="16178" y="17435"/>
                  </a:lnTo>
                  <a:lnTo>
                    <a:pt x="16080" y="17578"/>
                  </a:lnTo>
                  <a:lnTo>
                    <a:pt x="15914" y="18064"/>
                  </a:lnTo>
                  <a:lnTo>
                    <a:pt x="15963" y="18422"/>
                  </a:lnTo>
                  <a:lnTo>
                    <a:pt x="15660" y="18909"/>
                  </a:lnTo>
                  <a:lnTo>
                    <a:pt x="15611" y="19417"/>
                  </a:lnTo>
                  <a:lnTo>
                    <a:pt x="15611" y="19689"/>
                  </a:lnTo>
                  <a:lnTo>
                    <a:pt x="15563" y="19940"/>
                  </a:lnTo>
                  <a:lnTo>
                    <a:pt x="15660" y="20083"/>
                  </a:lnTo>
                  <a:lnTo>
                    <a:pt x="15514" y="20677"/>
                  </a:lnTo>
                  <a:lnTo>
                    <a:pt x="15348" y="20934"/>
                  </a:lnTo>
                  <a:lnTo>
                    <a:pt x="15416" y="21113"/>
                  </a:lnTo>
                  <a:lnTo>
                    <a:pt x="15563" y="21350"/>
                  </a:lnTo>
                  <a:lnTo>
                    <a:pt x="16383" y="21600"/>
                  </a:lnTo>
                  <a:lnTo>
                    <a:pt x="16178" y="21457"/>
                  </a:lnTo>
                  <a:lnTo>
                    <a:pt x="16158" y="21421"/>
                  </a:lnTo>
                  <a:lnTo>
                    <a:pt x="16403" y="21600"/>
                  </a:lnTo>
                  <a:lnTo>
                    <a:pt x="16129" y="21185"/>
                  </a:lnTo>
                  <a:lnTo>
                    <a:pt x="16325" y="20949"/>
                  </a:lnTo>
                  <a:lnTo>
                    <a:pt x="16549" y="20713"/>
                  </a:lnTo>
                  <a:lnTo>
                    <a:pt x="16627" y="20484"/>
                  </a:lnTo>
                  <a:lnTo>
                    <a:pt x="16500" y="20376"/>
                  </a:lnTo>
                  <a:lnTo>
                    <a:pt x="16481" y="20212"/>
                  </a:lnTo>
                  <a:lnTo>
                    <a:pt x="16823" y="19904"/>
                  </a:lnTo>
                  <a:lnTo>
                    <a:pt x="16999" y="19618"/>
                  </a:lnTo>
                  <a:lnTo>
                    <a:pt x="16872" y="19510"/>
                  </a:lnTo>
                  <a:lnTo>
                    <a:pt x="17116" y="19431"/>
                  </a:lnTo>
                  <a:lnTo>
                    <a:pt x="17389" y="19131"/>
                  </a:lnTo>
                  <a:lnTo>
                    <a:pt x="17858" y="19002"/>
                  </a:lnTo>
                  <a:lnTo>
                    <a:pt x="18054" y="18909"/>
                  </a:lnTo>
                  <a:lnTo>
                    <a:pt x="18132" y="18644"/>
                  </a:lnTo>
                  <a:lnTo>
                    <a:pt x="17976" y="18565"/>
                  </a:lnTo>
                  <a:lnTo>
                    <a:pt x="17976" y="18494"/>
                  </a:lnTo>
                  <a:lnTo>
                    <a:pt x="18073" y="18565"/>
                  </a:lnTo>
                  <a:lnTo>
                    <a:pt x="18327" y="18601"/>
                  </a:lnTo>
                  <a:lnTo>
                    <a:pt x="18572" y="18458"/>
                  </a:lnTo>
                  <a:lnTo>
                    <a:pt x="18620" y="18386"/>
                  </a:lnTo>
                  <a:lnTo>
                    <a:pt x="18591" y="18315"/>
                  </a:lnTo>
                  <a:lnTo>
                    <a:pt x="18620" y="18386"/>
                  </a:lnTo>
                  <a:lnTo>
                    <a:pt x="18699" y="18265"/>
                  </a:lnTo>
                  <a:lnTo>
                    <a:pt x="18894" y="18115"/>
                  </a:lnTo>
                  <a:lnTo>
                    <a:pt x="19138" y="17936"/>
                  </a:lnTo>
                  <a:lnTo>
                    <a:pt x="19363" y="17449"/>
                  </a:lnTo>
                  <a:lnTo>
                    <a:pt x="19509" y="17234"/>
                  </a:lnTo>
                  <a:lnTo>
                    <a:pt x="20076" y="16984"/>
                  </a:lnTo>
                  <a:lnTo>
                    <a:pt x="20418" y="16948"/>
                  </a:lnTo>
                  <a:lnTo>
                    <a:pt x="20516" y="16905"/>
                  </a:lnTo>
                  <a:lnTo>
                    <a:pt x="20613" y="16762"/>
                  </a:lnTo>
                  <a:lnTo>
                    <a:pt x="20691" y="16604"/>
                  </a:lnTo>
                  <a:lnTo>
                    <a:pt x="20838" y="16418"/>
                  </a:lnTo>
                  <a:lnTo>
                    <a:pt x="20887" y="16347"/>
                  </a:lnTo>
                  <a:lnTo>
                    <a:pt x="20936" y="15717"/>
                  </a:lnTo>
                  <a:lnTo>
                    <a:pt x="21082" y="15681"/>
                  </a:lnTo>
                  <a:lnTo>
                    <a:pt x="21600" y="15209"/>
                  </a:lnTo>
                  <a:lnTo>
                    <a:pt x="21600" y="15101"/>
                  </a:lnTo>
                  <a:lnTo>
                    <a:pt x="21502" y="14837"/>
                  </a:lnTo>
                  <a:close/>
                  <a:moveTo>
                    <a:pt x="14068" y="4058"/>
                  </a:moveTo>
                  <a:lnTo>
                    <a:pt x="14117" y="4080"/>
                  </a:lnTo>
                  <a:lnTo>
                    <a:pt x="14136" y="4080"/>
                  </a:lnTo>
                  <a:lnTo>
                    <a:pt x="14166" y="4094"/>
                  </a:lnTo>
                  <a:lnTo>
                    <a:pt x="14214" y="4115"/>
                  </a:lnTo>
                  <a:lnTo>
                    <a:pt x="14234" y="4115"/>
                  </a:lnTo>
                  <a:lnTo>
                    <a:pt x="14283" y="4130"/>
                  </a:lnTo>
                  <a:lnTo>
                    <a:pt x="14332" y="4130"/>
                  </a:lnTo>
                  <a:lnTo>
                    <a:pt x="14361" y="4151"/>
                  </a:lnTo>
                  <a:lnTo>
                    <a:pt x="14380" y="4151"/>
                  </a:lnTo>
                  <a:lnTo>
                    <a:pt x="14410" y="4130"/>
                  </a:lnTo>
                  <a:lnTo>
                    <a:pt x="14410" y="4115"/>
                  </a:lnTo>
                  <a:lnTo>
                    <a:pt x="14429" y="4115"/>
                  </a:lnTo>
                  <a:lnTo>
                    <a:pt x="14459" y="4080"/>
                  </a:lnTo>
                  <a:lnTo>
                    <a:pt x="14478" y="4058"/>
                  </a:lnTo>
                  <a:lnTo>
                    <a:pt x="14459" y="4044"/>
                  </a:lnTo>
                  <a:lnTo>
                    <a:pt x="14410" y="4044"/>
                  </a:lnTo>
                  <a:lnTo>
                    <a:pt x="14380" y="4022"/>
                  </a:lnTo>
                  <a:lnTo>
                    <a:pt x="14234" y="4022"/>
                  </a:lnTo>
                  <a:lnTo>
                    <a:pt x="14214" y="4008"/>
                  </a:lnTo>
                  <a:lnTo>
                    <a:pt x="14185" y="3972"/>
                  </a:lnTo>
                  <a:lnTo>
                    <a:pt x="14166" y="3936"/>
                  </a:lnTo>
                  <a:lnTo>
                    <a:pt x="14136" y="3901"/>
                  </a:lnTo>
                  <a:lnTo>
                    <a:pt x="14087" y="3901"/>
                  </a:lnTo>
                  <a:lnTo>
                    <a:pt x="14019" y="3879"/>
                  </a:lnTo>
                  <a:lnTo>
                    <a:pt x="13960" y="3865"/>
                  </a:lnTo>
                  <a:lnTo>
                    <a:pt x="13912" y="3865"/>
                  </a:lnTo>
                  <a:lnTo>
                    <a:pt x="13863" y="3865"/>
                  </a:lnTo>
                  <a:lnTo>
                    <a:pt x="13843" y="3865"/>
                  </a:lnTo>
                  <a:lnTo>
                    <a:pt x="13814" y="3879"/>
                  </a:lnTo>
                  <a:lnTo>
                    <a:pt x="13794" y="3901"/>
                  </a:lnTo>
                  <a:lnTo>
                    <a:pt x="13765" y="3901"/>
                  </a:lnTo>
                  <a:lnTo>
                    <a:pt x="13765" y="3879"/>
                  </a:lnTo>
                  <a:lnTo>
                    <a:pt x="13745" y="3829"/>
                  </a:lnTo>
                  <a:lnTo>
                    <a:pt x="13716" y="3786"/>
                  </a:lnTo>
                  <a:lnTo>
                    <a:pt x="13697" y="3772"/>
                  </a:lnTo>
                  <a:lnTo>
                    <a:pt x="13667" y="3750"/>
                  </a:lnTo>
                  <a:lnTo>
                    <a:pt x="13618" y="3750"/>
                  </a:lnTo>
                  <a:lnTo>
                    <a:pt x="13599" y="3750"/>
                  </a:lnTo>
                  <a:lnTo>
                    <a:pt x="13599" y="3786"/>
                  </a:lnTo>
                  <a:lnTo>
                    <a:pt x="13599" y="3829"/>
                  </a:lnTo>
                  <a:lnTo>
                    <a:pt x="13599" y="3879"/>
                  </a:lnTo>
                  <a:lnTo>
                    <a:pt x="13599" y="3915"/>
                  </a:lnTo>
                  <a:lnTo>
                    <a:pt x="13599" y="3936"/>
                  </a:lnTo>
                  <a:lnTo>
                    <a:pt x="13618" y="3951"/>
                  </a:lnTo>
                  <a:lnTo>
                    <a:pt x="13618" y="3972"/>
                  </a:lnTo>
                  <a:lnTo>
                    <a:pt x="13618" y="4008"/>
                  </a:lnTo>
                  <a:lnTo>
                    <a:pt x="13618" y="4044"/>
                  </a:lnTo>
                  <a:lnTo>
                    <a:pt x="13618" y="4080"/>
                  </a:lnTo>
                  <a:lnTo>
                    <a:pt x="13648" y="4115"/>
                  </a:lnTo>
                  <a:lnTo>
                    <a:pt x="13648" y="4130"/>
                  </a:lnTo>
                  <a:lnTo>
                    <a:pt x="13618" y="4130"/>
                  </a:lnTo>
                  <a:lnTo>
                    <a:pt x="13599" y="4151"/>
                  </a:lnTo>
                  <a:lnTo>
                    <a:pt x="13570" y="4187"/>
                  </a:lnTo>
                  <a:lnTo>
                    <a:pt x="13550" y="4201"/>
                  </a:lnTo>
                  <a:lnTo>
                    <a:pt x="13521" y="4223"/>
                  </a:lnTo>
                  <a:lnTo>
                    <a:pt x="13550" y="4244"/>
                  </a:lnTo>
                  <a:lnTo>
                    <a:pt x="13599" y="4244"/>
                  </a:lnTo>
                  <a:lnTo>
                    <a:pt x="13648" y="4223"/>
                  </a:lnTo>
                  <a:lnTo>
                    <a:pt x="13667" y="4223"/>
                  </a:lnTo>
                  <a:lnTo>
                    <a:pt x="13697" y="4223"/>
                  </a:lnTo>
                  <a:lnTo>
                    <a:pt x="13745" y="4223"/>
                  </a:lnTo>
                  <a:lnTo>
                    <a:pt x="13765" y="4223"/>
                  </a:lnTo>
                  <a:lnTo>
                    <a:pt x="13794" y="4244"/>
                  </a:lnTo>
                  <a:lnTo>
                    <a:pt x="13814" y="4280"/>
                  </a:lnTo>
                  <a:lnTo>
                    <a:pt x="13814" y="4294"/>
                  </a:lnTo>
                  <a:lnTo>
                    <a:pt x="13843" y="4316"/>
                  </a:lnTo>
                  <a:lnTo>
                    <a:pt x="13863" y="4316"/>
                  </a:lnTo>
                  <a:lnTo>
                    <a:pt x="13912" y="4294"/>
                  </a:lnTo>
                  <a:lnTo>
                    <a:pt x="13912" y="4280"/>
                  </a:lnTo>
                  <a:lnTo>
                    <a:pt x="13941" y="4258"/>
                  </a:lnTo>
                  <a:lnTo>
                    <a:pt x="13941" y="4244"/>
                  </a:lnTo>
                  <a:lnTo>
                    <a:pt x="13960" y="4223"/>
                  </a:lnTo>
                  <a:lnTo>
                    <a:pt x="14019" y="4201"/>
                  </a:lnTo>
                  <a:lnTo>
                    <a:pt x="14039" y="4187"/>
                  </a:lnTo>
                  <a:lnTo>
                    <a:pt x="14039" y="4151"/>
                  </a:lnTo>
                  <a:lnTo>
                    <a:pt x="14039" y="4115"/>
                  </a:lnTo>
                  <a:lnTo>
                    <a:pt x="14019" y="4080"/>
                  </a:lnTo>
                  <a:lnTo>
                    <a:pt x="14039" y="4058"/>
                  </a:lnTo>
                  <a:lnTo>
                    <a:pt x="14068" y="4058"/>
                  </a:lnTo>
                  <a:close/>
                  <a:moveTo>
                    <a:pt x="9437" y="2147"/>
                  </a:moveTo>
                  <a:lnTo>
                    <a:pt x="9457" y="2169"/>
                  </a:lnTo>
                  <a:lnTo>
                    <a:pt x="9486" y="2219"/>
                  </a:lnTo>
                  <a:lnTo>
                    <a:pt x="9506" y="2312"/>
                  </a:lnTo>
                  <a:lnTo>
                    <a:pt x="9506" y="2362"/>
                  </a:lnTo>
                  <a:lnTo>
                    <a:pt x="9506" y="2398"/>
                  </a:lnTo>
                  <a:lnTo>
                    <a:pt x="9554" y="2419"/>
                  </a:lnTo>
                  <a:lnTo>
                    <a:pt x="9603" y="2398"/>
                  </a:lnTo>
                  <a:lnTo>
                    <a:pt x="9633" y="2383"/>
                  </a:lnTo>
                  <a:lnTo>
                    <a:pt x="9652" y="2362"/>
                  </a:lnTo>
                  <a:lnTo>
                    <a:pt x="9681" y="2383"/>
                  </a:lnTo>
                  <a:lnTo>
                    <a:pt x="9730" y="2398"/>
                  </a:lnTo>
                  <a:lnTo>
                    <a:pt x="9750" y="2419"/>
                  </a:lnTo>
                  <a:lnTo>
                    <a:pt x="9799" y="2398"/>
                  </a:lnTo>
                  <a:lnTo>
                    <a:pt x="9828" y="2362"/>
                  </a:lnTo>
                  <a:lnTo>
                    <a:pt x="9877" y="2312"/>
                  </a:lnTo>
                  <a:lnTo>
                    <a:pt x="9926" y="2290"/>
                  </a:lnTo>
                  <a:lnTo>
                    <a:pt x="10004" y="2276"/>
                  </a:lnTo>
                  <a:lnTo>
                    <a:pt x="10023" y="2254"/>
                  </a:lnTo>
                  <a:lnTo>
                    <a:pt x="10023" y="2219"/>
                  </a:lnTo>
                  <a:lnTo>
                    <a:pt x="10023" y="2183"/>
                  </a:lnTo>
                  <a:lnTo>
                    <a:pt x="10053" y="2183"/>
                  </a:lnTo>
                  <a:lnTo>
                    <a:pt x="10150" y="2169"/>
                  </a:lnTo>
                  <a:lnTo>
                    <a:pt x="10199" y="2147"/>
                  </a:lnTo>
                  <a:lnTo>
                    <a:pt x="10248" y="2147"/>
                  </a:lnTo>
                  <a:lnTo>
                    <a:pt x="10297" y="2133"/>
                  </a:lnTo>
                  <a:lnTo>
                    <a:pt x="10346" y="2111"/>
                  </a:lnTo>
                  <a:lnTo>
                    <a:pt x="10395" y="2111"/>
                  </a:lnTo>
                  <a:lnTo>
                    <a:pt x="10414" y="2090"/>
                  </a:lnTo>
                  <a:lnTo>
                    <a:pt x="10414" y="2076"/>
                  </a:lnTo>
                  <a:lnTo>
                    <a:pt x="10443" y="2054"/>
                  </a:lnTo>
                  <a:lnTo>
                    <a:pt x="10414" y="2040"/>
                  </a:lnTo>
                  <a:lnTo>
                    <a:pt x="10414" y="1983"/>
                  </a:lnTo>
                  <a:lnTo>
                    <a:pt x="10395" y="1932"/>
                  </a:lnTo>
                  <a:lnTo>
                    <a:pt x="10346" y="1897"/>
                  </a:lnTo>
                  <a:lnTo>
                    <a:pt x="10316" y="1875"/>
                  </a:lnTo>
                  <a:lnTo>
                    <a:pt x="10297" y="1875"/>
                  </a:lnTo>
                  <a:lnTo>
                    <a:pt x="10248" y="1875"/>
                  </a:lnTo>
                  <a:lnTo>
                    <a:pt x="10219" y="1875"/>
                  </a:lnTo>
                  <a:lnTo>
                    <a:pt x="10199" y="1839"/>
                  </a:lnTo>
                  <a:lnTo>
                    <a:pt x="10170" y="1825"/>
                  </a:lnTo>
                  <a:lnTo>
                    <a:pt x="10150" y="1789"/>
                  </a:lnTo>
                  <a:lnTo>
                    <a:pt x="10072" y="1768"/>
                  </a:lnTo>
                  <a:lnTo>
                    <a:pt x="10023" y="1768"/>
                  </a:lnTo>
                  <a:lnTo>
                    <a:pt x="9974" y="1768"/>
                  </a:lnTo>
                  <a:lnTo>
                    <a:pt x="9955" y="1753"/>
                  </a:lnTo>
                  <a:lnTo>
                    <a:pt x="9926" y="1732"/>
                  </a:lnTo>
                  <a:lnTo>
                    <a:pt x="9877" y="1732"/>
                  </a:lnTo>
                  <a:lnTo>
                    <a:pt x="9847" y="1718"/>
                  </a:lnTo>
                  <a:lnTo>
                    <a:pt x="9828" y="1732"/>
                  </a:lnTo>
                  <a:lnTo>
                    <a:pt x="9828" y="1753"/>
                  </a:lnTo>
                  <a:lnTo>
                    <a:pt x="9828" y="1789"/>
                  </a:lnTo>
                  <a:lnTo>
                    <a:pt x="9799" y="1825"/>
                  </a:lnTo>
                  <a:lnTo>
                    <a:pt x="9799" y="1839"/>
                  </a:lnTo>
                  <a:lnTo>
                    <a:pt x="9750" y="1861"/>
                  </a:lnTo>
                  <a:lnTo>
                    <a:pt x="9701" y="1911"/>
                  </a:lnTo>
                  <a:lnTo>
                    <a:pt x="9633" y="1947"/>
                  </a:lnTo>
                  <a:lnTo>
                    <a:pt x="9603" y="1983"/>
                  </a:lnTo>
                  <a:lnTo>
                    <a:pt x="9554" y="2018"/>
                  </a:lnTo>
                  <a:lnTo>
                    <a:pt x="9486" y="2054"/>
                  </a:lnTo>
                  <a:lnTo>
                    <a:pt x="9437" y="2111"/>
                  </a:lnTo>
                  <a:lnTo>
                    <a:pt x="9408" y="2147"/>
                  </a:lnTo>
                  <a:lnTo>
                    <a:pt x="9437" y="2147"/>
                  </a:lnTo>
                  <a:close/>
                  <a:moveTo>
                    <a:pt x="14634" y="3536"/>
                  </a:moveTo>
                  <a:lnTo>
                    <a:pt x="14634" y="3536"/>
                  </a:lnTo>
                  <a:lnTo>
                    <a:pt x="14634" y="3521"/>
                  </a:lnTo>
                  <a:lnTo>
                    <a:pt x="14634" y="3500"/>
                  </a:lnTo>
                  <a:lnTo>
                    <a:pt x="14605" y="3500"/>
                  </a:lnTo>
                  <a:lnTo>
                    <a:pt x="14605" y="3521"/>
                  </a:lnTo>
                  <a:lnTo>
                    <a:pt x="14634" y="3536"/>
                  </a:ln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>
                <a:defRPr sz="2400">
                  <a:solidFill>
                    <a:srgbClr val="767982"/>
                  </a:solidFill>
                  <a:latin typeface="Open Sans Light"/>
                  <a:ea typeface="Open Sans Light"/>
                  <a:cs typeface="Open Sans Light"/>
                  <a:sym typeface="Open Sans"/>
                </a:defRPr>
              </a:pPr>
              <a:endParaRPr lang="en-GB" noProof="0"/>
            </a:p>
          </p:txBody>
        </p:sp>
        <p:sp>
          <p:nvSpPr>
            <p:cNvPr id="4" name="Shape 983">
              <a:extLst>
                <a:ext uri="{FF2B5EF4-FFF2-40B4-BE49-F238E27FC236}">
                  <a16:creationId xmlns:a16="http://schemas.microsoft.com/office/drawing/2014/main" id="{4C6778D1-7DA3-43DC-879A-9A98E0820F5C}"/>
                </a:ext>
              </a:extLst>
            </p:cNvPr>
            <p:cNvSpPr/>
            <p:nvPr/>
          </p:nvSpPr>
          <p:spPr>
            <a:xfrm>
              <a:off x="5375365" y="2201763"/>
              <a:ext cx="3982266" cy="359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81" y="12766"/>
                  </a:moveTo>
                  <a:lnTo>
                    <a:pt x="13981" y="12766"/>
                  </a:lnTo>
                  <a:lnTo>
                    <a:pt x="13939" y="12750"/>
                  </a:lnTo>
                  <a:lnTo>
                    <a:pt x="13911" y="12766"/>
                  </a:lnTo>
                  <a:lnTo>
                    <a:pt x="13840" y="12844"/>
                  </a:lnTo>
                  <a:lnTo>
                    <a:pt x="13826" y="12875"/>
                  </a:lnTo>
                  <a:lnTo>
                    <a:pt x="13840" y="12922"/>
                  </a:lnTo>
                  <a:lnTo>
                    <a:pt x="13869" y="12938"/>
                  </a:lnTo>
                  <a:lnTo>
                    <a:pt x="13911" y="12922"/>
                  </a:lnTo>
                  <a:lnTo>
                    <a:pt x="13981" y="12844"/>
                  </a:lnTo>
                  <a:lnTo>
                    <a:pt x="13996" y="12797"/>
                  </a:lnTo>
                  <a:lnTo>
                    <a:pt x="13981" y="12766"/>
                  </a:lnTo>
                  <a:close/>
                  <a:moveTo>
                    <a:pt x="14898" y="15523"/>
                  </a:moveTo>
                  <a:lnTo>
                    <a:pt x="14898" y="15523"/>
                  </a:lnTo>
                  <a:lnTo>
                    <a:pt x="14927" y="15617"/>
                  </a:lnTo>
                  <a:lnTo>
                    <a:pt x="14955" y="15664"/>
                  </a:lnTo>
                  <a:lnTo>
                    <a:pt x="14969" y="15711"/>
                  </a:lnTo>
                  <a:lnTo>
                    <a:pt x="14969" y="15773"/>
                  </a:lnTo>
                  <a:lnTo>
                    <a:pt x="14969" y="15804"/>
                  </a:lnTo>
                  <a:lnTo>
                    <a:pt x="14983" y="15836"/>
                  </a:lnTo>
                  <a:lnTo>
                    <a:pt x="14997" y="15851"/>
                  </a:lnTo>
                  <a:lnTo>
                    <a:pt x="15011" y="15867"/>
                  </a:lnTo>
                  <a:lnTo>
                    <a:pt x="15025" y="15867"/>
                  </a:lnTo>
                  <a:lnTo>
                    <a:pt x="15054" y="15867"/>
                  </a:lnTo>
                  <a:lnTo>
                    <a:pt x="15096" y="15851"/>
                  </a:lnTo>
                  <a:lnTo>
                    <a:pt x="15110" y="15836"/>
                  </a:lnTo>
                  <a:lnTo>
                    <a:pt x="15110" y="15726"/>
                  </a:lnTo>
                  <a:lnTo>
                    <a:pt x="15110" y="15632"/>
                  </a:lnTo>
                  <a:lnTo>
                    <a:pt x="15124" y="15601"/>
                  </a:lnTo>
                  <a:lnTo>
                    <a:pt x="15138" y="15617"/>
                  </a:lnTo>
                  <a:lnTo>
                    <a:pt x="15152" y="15664"/>
                  </a:lnTo>
                  <a:lnTo>
                    <a:pt x="15223" y="15758"/>
                  </a:lnTo>
                  <a:lnTo>
                    <a:pt x="15279" y="15820"/>
                  </a:lnTo>
                  <a:lnTo>
                    <a:pt x="15322" y="15851"/>
                  </a:lnTo>
                  <a:lnTo>
                    <a:pt x="15378" y="15867"/>
                  </a:lnTo>
                  <a:lnTo>
                    <a:pt x="15406" y="15867"/>
                  </a:lnTo>
                  <a:lnTo>
                    <a:pt x="15421" y="15867"/>
                  </a:lnTo>
                  <a:lnTo>
                    <a:pt x="15435" y="15851"/>
                  </a:lnTo>
                  <a:lnTo>
                    <a:pt x="15449" y="15836"/>
                  </a:lnTo>
                  <a:lnTo>
                    <a:pt x="15435" y="15820"/>
                  </a:lnTo>
                  <a:lnTo>
                    <a:pt x="15421" y="15773"/>
                  </a:lnTo>
                  <a:lnTo>
                    <a:pt x="15350" y="15679"/>
                  </a:lnTo>
                  <a:lnTo>
                    <a:pt x="15294" y="15601"/>
                  </a:lnTo>
                  <a:lnTo>
                    <a:pt x="15279" y="15570"/>
                  </a:lnTo>
                  <a:lnTo>
                    <a:pt x="15279" y="15538"/>
                  </a:lnTo>
                  <a:lnTo>
                    <a:pt x="15294" y="15523"/>
                  </a:lnTo>
                  <a:lnTo>
                    <a:pt x="15364" y="15444"/>
                  </a:lnTo>
                  <a:lnTo>
                    <a:pt x="15378" y="15413"/>
                  </a:lnTo>
                  <a:lnTo>
                    <a:pt x="15392" y="15366"/>
                  </a:lnTo>
                  <a:lnTo>
                    <a:pt x="15378" y="15350"/>
                  </a:lnTo>
                  <a:lnTo>
                    <a:pt x="15336" y="15335"/>
                  </a:lnTo>
                  <a:lnTo>
                    <a:pt x="15167" y="15335"/>
                  </a:lnTo>
                  <a:lnTo>
                    <a:pt x="15152" y="15335"/>
                  </a:lnTo>
                  <a:lnTo>
                    <a:pt x="15138" y="15319"/>
                  </a:lnTo>
                  <a:lnTo>
                    <a:pt x="15138" y="15303"/>
                  </a:lnTo>
                  <a:lnTo>
                    <a:pt x="15138" y="15272"/>
                  </a:lnTo>
                  <a:lnTo>
                    <a:pt x="15152" y="15241"/>
                  </a:lnTo>
                  <a:lnTo>
                    <a:pt x="15223" y="15147"/>
                  </a:lnTo>
                  <a:lnTo>
                    <a:pt x="15223" y="15131"/>
                  </a:lnTo>
                  <a:lnTo>
                    <a:pt x="15223" y="15115"/>
                  </a:lnTo>
                  <a:lnTo>
                    <a:pt x="15195" y="15100"/>
                  </a:lnTo>
                  <a:lnTo>
                    <a:pt x="15167" y="15100"/>
                  </a:lnTo>
                  <a:lnTo>
                    <a:pt x="15124" y="15115"/>
                  </a:lnTo>
                  <a:lnTo>
                    <a:pt x="15082" y="15147"/>
                  </a:lnTo>
                  <a:lnTo>
                    <a:pt x="15025" y="15241"/>
                  </a:lnTo>
                  <a:lnTo>
                    <a:pt x="14927" y="15429"/>
                  </a:lnTo>
                  <a:lnTo>
                    <a:pt x="14898" y="15523"/>
                  </a:lnTo>
                  <a:close/>
                  <a:moveTo>
                    <a:pt x="13869" y="15194"/>
                  </a:moveTo>
                  <a:lnTo>
                    <a:pt x="13869" y="15194"/>
                  </a:lnTo>
                  <a:lnTo>
                    <a:pt x="13883" y="15256"/>
                  </a:lnTo>
                  <a:lnTo>
                    <a:pt x="13897" y="15303"/>
                  </a:lnTo>
                  <a:lnTo>
                    <a:pt x="13911" y="15350"/>
                  </a:lnTo>
                  <a:lnTo>
                    <a:pt x="13967" y="15460"/>
                  </a:lnTo>
                  <a:lnTo>
                    <a:pt x="13981" y="15507"/>
                  </a:lnTo>
                  <a:lnTo>
                    <a:pt x="14024" y="15538"/>
                  </a:lnTo>
                  <a:lnTo>
                    <a:pt x="14066" y="15554"/>
                  </a:lnTo>
                  <a:lnTo>
                    <a:pt x="14094" y="15554"/>
                  </a:lnTo>
                  <a:lnTo>
                    <a:pt x="14207" y="15554"/>
                  </a:lnTo>
                  <a:lnTo>
                    <a:pt x="14235" y="15554"/>
                  </a:lnTo>
                  <a:lnTo>
                    <a:pt x="14278" y="15570"/>
                  </a:lnTo>
                  <a:lnTo>
                    <a:pt x="14334" y="15585"/>
                  </a:lnTo>
                  <a:lnTo>
                    <a:pt x="14376" y="15601"/>
                  </a:lnTo>
                  <a:lnTo>
                    <a:pt x="14419" y="15632"/>
                  </a:lnTo>
                  <a:lnTo>
                    <a:pt x="14475" y="15632"/>
                  </a:lnTo>
                  <a:lnTo>
                    <a:pt x="14503" y="15632"/>
                  </a:lnTo>
                  <a:lnTo>
                    <a:pt x="14546" y="15617"/>
                  </a:lnTo>
                  <a:lnTo>
                    <a:pt x="14574" y="15570"/>
                  </a:lnTo>
                  <a:lnTo>
                    <a:pt x="14616" y="15460"/>
                  </a:lnTo>
                  <a:lnTo>
                    <a:pt x="14630" y="15413"/>
                  </a:lnTo>
                  <a:lnTo>
                    <a:pt x="14659" y="15366"/>
                  </a:lnTo>
                  <a:lnTo>
                    <a:pt x="14729" y="15272"/>
                  </a:lnTo>
                  <a:lnTo>
                    <a:pt x="14743" y="15225"/>
                  </a:lnTo>
                  <a:lnTo>
                    <a:pt x="14772" y="15131"/>
                  </a:lnTo>
                  <a:lnTo>
                    <a:pt x="14786" y="15100"/>
                  </a:lnTo>
                  <a:lnTo>
                    <a:pt x="14814" y="15068"/>
                  </a:lnTo>
                  <a:lnTo>
                    <a:pt x="14856" y="15053"/>
                  </a:lnTo>
                  <a:lnTo>
                    <a:pt x="14870" y="15037"/>
                  </a:lnTo>
                  <a:lnTo>
                    <a:pt x="14870" y="15021"/>
                  </a:lnTo>
                  <a:lnTo>
                    <a:pt x="14870" y="15006"/>
                  </a:lnTo>
                  <a:lnTo>
                    <a:pt x="14856" y="14990"/>
                  </a:lnTo>
                  <a:lnTo>
                    <a:pt x="14814" y="14974"/>
                  </a:lnTo>
                  <a:lnTo>
                    <a:pt x="14786" y="14943"/>
                  </a:lnTo>
                  <a:lnTo>
                    <a:pt x="14772" y="14880"/>
                  </a:lnTo>
                  <a:lnTo>
                    <a:pt x="14772" y="14865"/>
                  </a:lnTo>
                  <a:lnTo>
                    <a:pt x="14772" y="14739"/>
                  </a:lnTo>
                  <a:lnTo>
                    <a:pt x="14772" y="14708"/>
                  </a:lnTo>
                  <a:lnTo>
                    <a:pt x="14786" y="14645"/>
                  </a:lnTo>
                  <a:lnTo>
                    <a:pt x="14814" y="14614"/>
                  </a:lnTo>
                  <a:lnTo>
                    <a:pt x="14856" y="14598"/>
                  </a:lnTo>
                  <a:lnTo>
                    <a:pt x="14870" y="14583"/>
                  </a:lnTo>
                  <a:lnTo>
                    <a:pt x="14884" y="14551"/>
                  </a:lnTo>
                  <a:lnTo>
                    <a:pt x="14884" y="14536"/>
                  </a:lnTo>
                  <a:lnTo>
                    <a:pt x="14884" y="14504"/>
                  </a:lnTo>
                  <a:lnTo>
                    <a:pt x="14856" y="14473"/>
                  </a:lnTo>
                  <a:lnTo>
                    <a:pt x="14828" y="14426"/>
                  </a:lnTo>
                  <a:lnTo>
                    <a:pt x="14786" y="14379"/>
                  </a:lnTo>
                  <a:lnTo>
                    <a:pt x="14743" y="14363"/>
                  </a:lnTo>
                  <a:lnTo>
                    <a:pt x="14701" y="14348"/>
                  </a:lnTo>
                  <a:lnTo>
                    <a:pt x="14645" y="14363"/>
                  </a:lnTo>
                  <a:lnTo>
                    <a:pt x="14475" y="14457"/>
                  </a:lnTo>
                  <a:lnTo>
                    <a:pt x="14433" y="14489"/>
                  </a:lnTo>
                  <a:lnTo>
                    <a:pt x="14391" y="14536"/>
                  </a:lnTo>
                  <a:lnTo>
                    <a:pt x="14250" y="14739"/>
                  </a:lnTo>
                  <a:lnTo>
                    <a:pt x="14207" y="14786"/>
                  </a:lnTo>
                  <a:lnTo>
                    <a:pt x="14165" y="14818"/>
                  </a:lnTo>
                  <a:lnTo>
                    <a:pt x="14137" y="14849"/>
                  </a:lnTo>
                  <a:lnTo>
                    <a:pt x="14024" y="14896"/>
                  </a:lnTo>
                  <a:lnTo>
                    <a:pt x="13996" y="14912"/>
                  </a:lnTo>
                  <a:lnTo>
                    <a:pt x="13911" y="14990"/>
                  </a:lnTo>
                  <a:lnTo>
                    <a:pt x="13883" y="15037"/>
                  </a:lnTo>
                  <a:lnTo>
                    <a:pt x="13869" y="15084"/>
                  </a:lnTo>
                  <a:lnTo>
                    <a:pt x="13869" y="15194"/>
                  </a:lnTo>
                  <a:close/>
                  <a:moveTo>
                    <a:pt x="15378" y="14175"/>
                  </a:moveTo>
                  <a:lnTo>
                    <a:pt x="15378" y="14175"/>
                  </a:lnTo>
                  <a:lnTo>
                    <a:pt x="15336" y="14207"/>
                  </a:lnTo>
                  <a:lnTo>
                    <a:pt x="15308" y="14238"/>
                  </a:lnTo>
                  <a:lnTo>
                    <a:pt x="15265" y="14348"/>
                  </a:lnTo>
                  <a:lnTo>
                    <a:pt x="15265" y="14363"/>
                  </a:lnTo>
                  <a:lnTo>
                    <a:pt x="15265" y="14379"/>
                  </a:lnTo>
                  <a:lnTo>
                    <a:pt x="15279" y="14395"/>
                  </a:lnTo>
                  <a:lnTo>
                    <a:pt x="15294" y="14379"/>
                  </a:lnTo>
                  <a:lnTo>
                    <a:pt x="15336" y="14363"/>
                  </a:lnTo>
                  <a:lnTo>
                    <a:pt x="15378" y="14348"/>
                  </a:lnTo>
                  <a:lnTo>
                    <a:pt x="15421" y="14363"/>
                  </a:lnTo>
                  <a:lnTo>
                    <a:pt x="15463" y="14395"/>
                  </a:lnTo>
                  <a:lnTo>
                    <a:pt x="15519" y="14410"/>
                  </a:lnTo>
                  <a:lnTo>
                    <a:pt x="15547" y="14410"/>
                  </a:lnTo>
                  <a:lnTo>
                    <a:pt x="15590" y="14410"/>
                  </a:lnTo>
                  <a:lnTo>
                    <a:pt x="15646" y="14442"/>
                  </a:lnTo>
                  <a:lnTo>
                    <a:pt x="15689" y="14457"/>
                  </a:lnTo>
                  <a:lnTo>
                    <a:pt x="15703" y="14457"/>
                  </a:lnTo>
                  <a:lnTo>
                    <a:pt x="15717" y="14457"/>
                  </a:lnTo>
                  <a:lnTo>
                    <a:pt x="15731" y="14442"/>
                  </a:lnTo>
                  <a:lnTo>
                    <a:pt x="15731" y="14426"/>
                  </a:lnTo>
                  <a:lnTo>
                    <a:pt x="15731" y="14238"/>
                  </a:lnTo>
                  <a:lnTo>
                    <a:pt x="15731" y="14191"/>
                  </a:lnTo>
                  <a:lnTo>
                    <a:pt x="15703" y="14144"/>
                  </a:lnTo>
                  <a:lnTo>
                    <a:pt x="15632" y="14082"/>
                  </a:lnTo>
                  <a:lnTo>
                    <a:pt x="15618" y="14066"/>
                  </a:lnTo>
                  <a:lnTo>
                    <a:pt x="15604" y="14050"/>
                  </a:lnTo>
                  <a:lnTo>
                    <a:pt x="15576" y="14066"/>
                  </a:lnTo>
                  <a:lnTo>
                    <a:pt x="15562" y="14082"/>
                  </a:lnTo>
                  <a:lnTo>
                    <a:pt x="15505" y="14144"/>
                  </a:lnTo>
                  <a:lnTo>
                    <a:pt x="15449" y="14175"/>
                  </a:lnTo>
                  <a:lnTo>
                    <a:pt x="15406" y="14175"/>
                  </a:lnTo>
                  <a:lnTo>
                    <a:pt x="15378" y="14175"/>
                  </a:lnTo>
                  <a:close/>
                  <a:moveTo>
                    <a:pt x="15181" y="12092"/>
                  </a:moveTo>
                  <a:lnTo>
                    <a:pt x="15181" y="12092"/>
                  </a:lnTo>
                  <a:lnTo>
                    <a:pt x="15181" y="12077"/>
                  </a:lnTo>
                  <a:lnTo>
                    <a:pt x="15181" y="12061"/>
                  </a:lnTo>
                  <a:lnTo>
                    <a:pt x="15167" y="12061"/>
                  </a:lnTo>
                  <a:lnTo>
                    <a:pt x="15152" y="12077"/>
                  </a:lnTo>
                  <a:lnTo>
                    <a:pt x="15082" y="12139"/>
                  </a:lnTo>
                  <a:lnTo>
                    <a:pt x="15054" y="12202"/>
                  </a:lnTo>
                  <a:lnTo>
                    <a:pt x="15040" y="12249"/>
                  </a:lnTo>
                  <a:lnTo>
                    <a:pt x="15040" y="12280"/>
                  </a:lnTo>
                  <a:lnTo>
                    <a:pt x="15054" y="12343"/>
                  </a:lnTo>
                  <a:lnTo>
                    <a:pt x="15068" y="12406"/>
                  </a:lnTo>
                  <a:lnTo>
                    <a:pt x="15096" y="12437"/>
                  </a:lnTo>
                  <a:lnTo>
                    <a:pt x="15096" y="12453"/>
                  </a:lnTo>
                  <a:lnTo>
                    <a:pt x="15110" y="12468"/>
                  </a:lnTo>
                  <a:lnTo>
                    <a:pt x="15124" y="12453"/>
                  </a:lnTo>
                  <a:lnTo>
                    <a:pt x="15124" y="12437"/>
                  </a:lnTo>
                  <a:lnTo>
                    <a:pt x="15167" y="12249"/>
                  </a:lnTo>
                  <a:lnTo>
                    <a:pt x="15181" y="12124"/>
                  </a:lnTo>
                  <a:lnTo>
                    <a:pt x="15181" y="12092"/>
                  </a:lnTo>
                  <a:close/>
                  <a:moveTo>
                    <a:pt x="14574" y="16306"/>
                  </a:moveTo>
                  <a:lnTo>
                    <a:pt x="14574" y="16306"/>
                  </a:lnTo>
                  <a:lnTo>
                    <a:pt x="14588" y="16306"/>
                  </a:lnTo>
                  <a:lnTo>
                    <a:pt x="14602" y="16306"/>
                  </a:lnTo>
                  <a:lnTo>
                    <a:pt x="14616" y="16290"/>
                  </a:lnTo>
                  <a:lnTo>
                    <a:pt x="14602" y="16274"/>
                  </a:lnTo>
                  <a:lnTo>
                    <a:pt x="14588" y="16227"/>
                  </a:lnTo>
                  <a:lnTo>
                    <a:pt x="14546" y="16180"/>
                  </a:lnTo>
                  <a:lnTo>
                    <a:pt x="14503" y="16149"/>
                  </a:lnTo>
                  <a:lnTo>
                    <a:pt x="14334" y="16118"/>
                  </a:lnTo>
                  <a:lnTo>
                    <a:pt x="14235" y="16071"/>
                  </a:lnTo>
                  <a:lnTo>
                    <a:pt x="14193" y="16039"/>
                  </a:lnTo>
                  <a:lnTo>
                    <a:pt x="14151" y="16024"/>
                  </a:lnTo>
                  <a:lnTo>
                    <a:pt x="14094" y="16024"/>
                  </a:lnTo>
                  <a:lnTo>
                    <a:pt x="14066" y="16024"/>
                  </a:lnTo>
                  <a:lnTo>
                    <a:pt x="13953" y="16024"/>
                  </a:lnTo>
                  <a:lnTo>
                    <a:pt x="13854" y="16024"/>
                  </a:lnTo>
                  <a:lnTo>
                    <a:pt x="13742" y="16024"/>
                  </a:lnTo>
                  <a:lnTo>
                    <a:pt x="13516" y="16024"/>
                  </a:lnTo>
                  <a:lnTo>
                    <a:pt x="13488" y="16024"/>
                  </a:lnTo>
                  <a:lnTo>
                    <a:pt x="13516" y="16039"/>
                  </a:lnTo>
                  <a:lnTo>
                    <a:pt x="13685" y="16149"/>
                  </a:lnTo>
                  <a:lnTo>
                    <a:pt x="13784" y="16180"/>
                  </a:lnTo>
                  <a:lnTo>
                    <a:pt x="14094" y="16243"/>
                  </a:lnTo>
                  <a:lnTo>
                    <a:pt x="14207" y="16243"/>
                  </a:lnTo>
                  <a:lnTo>
                    <a:pt x="14292" y="16243"/>
                  </a:lnTo>
                  <a:lnTo>
                    <a:pt x="14405" y="16259"/>
                  </a:lnTo>
                  <a:lnTo>
                    <a:pt x="14574" y="16306"/>
                  </a:lnTo>
                  <a:close/>
                  <a:moveTo>
                    <a:pt x="14997" y="13126"/>
                  </a:moveTo>
                  <a:lnTo>
                    <a:pt x="14997" y="13126"/>
                  </a:lnTo>
                  <a:lnTo>
                    <a:pt x="14983" y="13189"/>
                  </a:lnTo>
                  <a:lnTo>
                    <a:pt x="14997" y="13251"/>
                  </a:lnTo>
                  <a:lnTo>
                    <a:pt x="15025" y="13361"/>
                  </a:lnTo>
                  <a:lnTo>
                    <a:pt x="15054" y="13408"/>
                  </a:lnTo>
                  <a:lnTo>
                    <a:pt x="15082" y="13455"/>
                  </a:lnTo>
                  <a:lnTo>
                    <a:pt x="15110" y="13486"/>
                  </a:lnTo>
                  <a:lnTo>
                    <a:pt x="15152" y="13486"/>
                  </a:lnTo>
                  <a:lnTo>
                    <a:pt x="15181" y="13502"/>
                  </a:lnTo>
                  <a:lnTo>
                    <a:pt x="15223" y="13533"/>
                  </a:lnTo>
                  <a:lnTo>
                    <a:pt x="15336" y="13612"/>
                  </a:lnTo>
                  <a:lnTo>
                    <a:pt x="15378" y="13659"/>
                  </a:lnTo>
                  <a:lnTo>
                    <a:pt x="15421" y="13706"/>
                  </a:lnTo>
                  <a:lnTo>
                    <a:pt x="15435" y="13737"/>
                  </a:lnTo>
                  <a:lnTo>
                    <a:pt x="15463" y="13784"/>
                  </a:lnTo>
                  <a:lnTo>
                    <a:pt x="15505" y="13831"/>
                  </a:lnTo>
                  <a:lnTo>
                    <a:pt x="15547" y="13847"/>
                  </a:lnTo>
                  <a:lnTo>
                    <a:pt x="15562" y="13847"/>
                  </a:lnTo>
                  <a:lnTo>
                    <a:pt x="15576" y="13847"/>
                  </a:lnTo>
                  <a:lnTo>
                    <a:pt x="15590" y="13831"/>
                  </a:lnTo>
                  <a:lnTo>
                    <a:pt x="15590" y="13815"/>
                  </a:lnTo>
                  <a:lnTo>
                    <a:pt x="15590" y="13784"/>
                  </a:lnTo>
                  <a:lnTo>
                    <a:pt x="15590" y="13721"/>
                  </a:lnTo>
                  <a:lnTo>
                    <a:pt x="15562" y="13674"/>
                  </a:lnTo>
                  <a:lnTo>
                    <a:pt x="15491" y="13549"/>
                  </a:lnTo>
                  <a:lnTo>
                    <a:pt x="15449" y="13502"/>
                  </a:lnTo>
                  <a:lnTo>
                    <a:pt x="15406" y="13455"/>
                  </a:lnTo>
                  <a:lnTo>
                    <a:pt x="15294" y="13377"/>
                  </a:lnTo>
                  <a:lnTo>
                    <a:pt x="15265" y="13345"/>
                  </a:lnTo>
                  <a:lnTo>
                    <a:pt x="15251" y="13298"/>
                  </a:lnTo>
                  <a:lnTo>
                    <a:pt x="15265" y="13204"/>
                  </a:lnTo>
                  <a:lnTo>
                    <a:pt x="15308" y="13095"/>
                  </a:lnTo>
                  <a:lnTo>
                    <a:pt x="15294" y="13048"/>
                  </a:lnTo>
                  <a:lnTo>
                    <a:pt x="15265" y="13001"/>
                  </a:lnTo>
                  <a:lnTo>
                    <a:pt x="15237" y="12985"/>
                  </a:lnTo>
                  <a:lnTo>
                    <a:pt x="15181" y="12969"/>
                  </a:lnTo>
                  <a:lnTo>
                    <a:pt x="15138" y="12985"/>
                  </a:lnTo>
                  <a:lnTo>
                    <a:pt x="15096" y="13001"/>
                  </a:lnTo>
                  <a:lnTo>
                    <a:pt x="15054" y="13048"/>
                  </a:lnTo>
                  <a:lnTo>
                    <a:pt x="15025" y="13095"/>
                  </a:lnTo>
                  <a:lnTo>
                    <a:pt x="14997" y="13126"/>
                  </a:lnTo>
                  <a:close/>
                  <a:moveTo>
                    <a:pt x="21487" y="4856"/>
                  </a:moveTo>
                  <a:lnTo>
                    <a:pt x="21487" y="4856"/>
                  </a:lnTo>
                  <a:lnTo>
                    <a:pt x="21529" y="4824"/>
                  </a:lnTo>
                  <a:lnTo>
                    <a:pt x="21544" y="4777"/>
                  </a:lnTo>
                  <a:lnTo>
                    <a:pt x="21600" y="3744"/>
                  </a:lnTo>
                  <a:lnTo>
                    <a:pt x="21586" y="3697"/>
                  </a:lnTo>
                  <a:lnTo>
                    <a:pt x="21558" y="3650"/>
                  </a:lnTo>
                  <a:lnTo>
                    <a:pt x="21515" y="3634"/>
                  </a:lnTo>
                  <a:lnTo>
                    <a:pt x="21431" y="3603"/>
                  </a:lnTo>
                  <a:lnTo>
                    <a:pt x="21402" y="3587"/>
                  </a:lnTo>
                  <a:lnTo>
                    <a:pt x="21360" y="3556"/>
                  </a:lnTo>
                  <a:lnTo>
                    <a:pt x="21304" y="3493"/>
                  </a:lnTo>
                  <a:lnTo>
                    <a:pt x="21205" y="3430"/>
                  </a:lnTo>
                  <a:lnTo>
                    <a:pt x="21177" y="3399"/>
                  </a:lnTo>
                  <a:lnTo>
                    <a:pt x="21120" y="3383"/>
                  </a:lnTo>
                  <a:lnTo>
                    <a:pt x="21064" y="3383"/>
                  </a:lnTo>
                  <a:lnTo>
                    <a:pt x="20965" y="3383"/>
                  </a:lnTo>
                  <a:lnTo>
                    <a:pt x="20923" y="3368"/>
                  </a:lnTo>
                  <a:lnTo>
                    <a:pt x="20866" y="3352"/>
                  </a:lnTo>
                  <a:lnTo>
                    <a:pt x="20824" y="3321"/>
                  </a:lnTo>
                  <a:lnTo>
                    <a:pt x="20782" y="3305"/>
                  </a:lnTo>
                  <a:lnTo>
                    <a:pt x="20725" y="3305"/>
                  </a:lnTo>
                  <a:lnTo>
                    <a:pt x="20697" y="3305"/>
                  </a:lnTo>
                  <a:lnTo>
                    <a:pt x="20598" y="3305"/>
                  </a:lnTo>
                  <a:lnTo>
                    <a:pt x="20584" y="3321"/>
                  </a:lnTo>
                  <a:lnTo>
                    <a:pt x="20584" y="3368"/>
                  </a:lnTo>
                  <a:lnTo>
                    <a:pt x="20627" y="3540"/>
                  </a:lnTo>
                  <a:lnTo>
                    <a:pt x="20612" y="3603"/>
                  </a:lnTo>
                  <a:lnTo>
                    <a:pt x="20584" y="3634"/>
                  </a:lnTo>
                  <a:lnTo>
                    <a:pt x="20556" y="3650"/>
                  </a:lnTo>
                  <a:lnTo>
                    <a:pt x="20500" y="3665"/>
                  </a:lnTo>
                  <a:lnTo>
                    <a:pt x="20457" y="3650"/>
                  </a:lnTo>
                  <a:lnTo>
                    <a:pt x="20415" y="3634"/>
                  </a:lnTo>
                  <a:lnTo>
                    <a:pt x="20373" y="3603"/>
                  </a:lnTo>
                  <a:lnTo>
                    <a:pt x="20330" y="3556"/>
                  </a:lnTo>
                  <a:lnTo>
                    <a:pt x="20316" y="3509"/>
                  </a:lnTo>
                  <a:lnTo>
                    <a:pt x="20288" y="3415"/>
                  </a:lnTo>
                  <a:lnTo>
                    <a:pt x="20274" y="3383"/>
                  </a:lnTo>
                  <a:lnTo>
                    <a:pt x="20231" y="3383"/>
                  </a:lnTo>
                  <a:lnTo>
                    <a:pt x="20147" y="3383"/>
                  </a:lnTo>
                  <a:lnTo>
                    <a:pt x="20090" y="3383"/>
                  </a:lnTo>
                  <a:lnTo>
                    <a:pt x="20048" y="3415"/>
                  </a:lnTo>
                  <a:lnTo>
                    <a:pt x="20006" y="3430"/>
                  </a:lnTo>
                  <a:lnTo>
                    <a:pt x="19963" y="3430"/>
                  </a:lnTo>
                  <a:lnTo>
                    <a:pt x="19865" y="3399"/>
                  </a:lnTo>
                  <a:lnTo>
                    <a:pt x="19752" y="3383"/>
                  </a:lnTo>
                  <a:lnTo>
                    <a:pt x="19653" y="3383"/>
                  </a:lnTo>
                  <a:lnTo>
                    <a:pt x="19611" y="3383"/>
                  </a:lnTo>
                  <a:lnTo>
                    <a:pt x="19568" y="3415"/>
                  </a:lnTo>
                  <a:lnTo>
                    <a:pt x="19554" y="3430"/>
                  </a:lnTo>
                  <a:lnTo>
                    <a:pt x="19526" y="3430"/>
                  </a:lnTo>
                  <a:lnTo>
                    <a:pt x="19498" y="3415"/>
                  </a:lnTo>
                  <a:lnTo>
                    <a:pt x="19441" y="3336"/>
                  </a:lnTo>
                  <a:lnTo>
                    <a:pt x="19413" y="3289"/>
                  </a:lnTo>
                  <a:lnTo>
                    <a:pt x="19399" y="3242"/>
                  </a:lnTo>
                  <a:lnTo>
                    <a:pt x="19399" y="3133"/>
                  </a:lnTo>
                  <a:lnTo>
                    <a:pt x="19385" y="3086"/>
                  </a:lnTo>
                  <a:lnTo>
                    <a:pt x="19343" y="3039"/>
                  </a:lnTo>
                  <a:lnTo>
                    <a:pt x="19230" y="2945"/>
                  </a:lnTo>
                  <a:lnTo>
                    <a:pt x="19187" y="2929"/>
                  </a:lnTo>
                  <a:lnTo>
                    <a:pt x="19131" y="2913"/>
                  </a:lnTo>
                  <a:lnTo>
                    <a:pt x="18905" y="2913"/>
                  </a:lnTo>
                  <a:lnTo>
                    <a:pt x="18792" y="2913"/>
                  </a:lnTo>
                  <a:lnTo>
                    <a:pt x="18553" y="2913"/>
                  </a:lnTo>
                  <a:lnTo>
                    <a:pt x="18510" y="2898"/>
                  </a:lnTo>
                  <a:lnTo>
                    <a:pt x="18496" y="2882"/>
                  </a:lnTo>
                  <a:lnTo>
                    <a:pt x="18482" y="2835"/>
                  </a:lnTo>
                  <a:lnTo>
                    <a:pt x="18468" y="2804"/>
                  </a:lnTo>
                  <a:lnTo>
                    <a:pt x="18383" y="2725"/>
                  </a:lnTo>
                  <a:lnTo>
                    <a:pt x="18270" y="2647"/>
                  </a:lnTo>
                  <a:lnTo>
                    <a:pt x="18242" y="2600"/>
                  </a:lnTo>
                  <a:lnTo>
                    <a:pt x="18228" y="2553"/>
                  </a:lnTo>
                  <a:lnTo>
                    <a:pt x="18228" y="2522"/>
                  </a:lnTo>
                  <a:lnTo>
                    <a:pt x="18200" y="2475"/>
                  </a:lnTo>
                  <a:lnTo>
                    <a:pt x="18172" y="2444"/>
                  </a:lnTo>
                  <a:lnTo>
                    <a:pt x="17452" y="2240"/>
                  </a:lnTo>
                  <a:lnTo>
                    <a:pt x="17410" y="2240"/>
                  </a:lnTo>
                  <a:lnTo>
                    <a:pt x="17396" y="2256"/>
                  </a:lnTo>
                  <a:lnTo>
                    <a:pt x="17396" y="2271"/>
                  </a:lnTo>
                  <a:lnTo>
                    <a:pt x="17382" y="2303"/>
                  </a:lnTo>
                  <a:lnTo>
                    <a:pt x="17339" y="2334"/>
                  </a:lnTo>
                  <a:lnTo>
                    <a:pt x="17226" y="2428"/>
                  </a:lnTo>
                  <a:lnTo>
                    <a:pt x="17198" y="2459"/>
                  </a:lnTo>
                  <a:lnTo>
                    <a:pt x="17198" y="2522"/>
                  </a:lnTo>
                  <a:lnTo>
                    <a:pt x="17240" y="2631"/>
                  </a:lnTo>
                  <a:lnTo>
                    <a:pt x="17240" y="2647"/>
                  </a:lnTo>
                  <a:lnTo>
                    <a:pt x="17240" y="2678"/>
                  </a:lnTo>
                  <a:lnTo>
                    <a:pt x="17226" y="2694"/>
                  </a:lnTo>
                  <a:lnTo>
                    <a:pt x="17198" y="2710"/>
                  </a:lnTo>
                  <a:lnTo>
                    <a:pt x="17099" y="2741"/>
                  </a:lnTo>
                  <a:lnTo>
                    <a:pt x="16987" y="2757"/>
                  </a:lnTo>
                  <a:lnTo>
                    <a:pt x="16972" y="2757"/>
                  </a:lnTo>
                  <a:lnTo>
                    <a:pt x="16860" y="2741"/>
                  </a:lnTo>
                  <a:lnTo>
                    <a:pt x="16761" y="2710"/>
                  </a:lnTo>
                  <a:lnTo>
                    <a:pt x="16704" y="2710"/>
                  </a:lnTo>
                  <a:lnTo>
                    <a:pt x="16662" y="2725"/>
                  </a:lnTo>
                  <a:lnTo>
                    <a:pt x="16634" y="2741"/>
                  </a:lnTo>
                  <a:lnTo>
                    <a:pt x="16577" y="2741"/>
                  </a:lnTo>
                  <a:lnTo>
                    <a:pt x="16549" y="2710"/>
                  </a:lnTo>
                  <a:lnTo>
                    <a:pt x="16450" y="2663"/>
                  </a:lnTo>
                  <a:lnTo>
                    <a:pt x="16408" y="2631"/>
                  </a:lnTo>
                  <a:lnTo>
                    <a:pt x="16394" y="2631"/>
                  </a:lnTo>
                  <a:lnTo>
                    <a:pt x="16380" y="2631"/>
                  </a:lnTo>
                  <a:lnTo>
                    <a:pt x="16366" y="2647"/>
                  </a:lnTo>
                  <a:lnTo>
                    <a:pt x="16352" y="2678"/>
                  </a:lnTo>
                  <a:lnTo>
                    <a:pt x="16352" y="2772"/>
                  </a:lnTo>
                  <a:lnTo>
                    <a:pt x="16352" y="2835"/>
                  </a:lnTo>
                  <a:lnTo>
                    <a:pt x="16323" y="2882"/>
                  </a:lnTo>
                  <a:lnTo>
                    <a:pt x="16253" y="2945"/>
                  </a:lnTo>
                  <a:lnTo>
                    <a:pt x="16239" y="2960"/>
                  </a:lnTo>
                  <a:lnTo>
                    <a:pt x="16225" y="2960"/>
                  </a:lnTo>
                  <a:lnTo>
                    <a:pt x="16211" y="2960"/>
                  </a:lnTo>
                  <a:lnTo>
                    <a:pt x="16182" y="2945"/>
                  </a:lnTo>
                  <a:lnTo>
                    <a:pt x="16112" y="2819"/>
                  </a:lnTo>
                  <a:lnTo>
                    <a:pt x="16055" y="2710"/>
                  </a:lnTo>
                  <a:lnTo>
                    <a:pt x="15971" y="2584"/>
                  </a:lnTo>
                  <a:lnTo>
                    <a:pt x="15957" y="2537"/>
                  </a:lnTo>
                  <a:lnTo>
                    <a:pt x="15971" y="2475"/>
                  </a:lnTo>
                  <a:lnTo>
                    <a:pt x="16055" y="2350"/>
                  </a:lnTo>
                  <a:lnTo>
                    <a:pt x="16069" y="2303"/>
                  </a:lnTo>
                  <a:lnTo>
                    <a:pt x="16084" y="2240"/>
                  </a:lnTo>
                  <a:lnTo>
                    <a:pt x="16084" y="2209"/>
                  </a:lnTo>
                  <a:lnTo>
                    <a:pt x="16069" y="2162"/>
                  </a:lnTo>
                  <a:lnTo>
                    <a:pt x="16041" y="2099"/>
                  </a:lnTo>
                  <a:lnTo>
                    <a:pt x="15985" y="2036"/>
                  </a:lnTo>
                  <a:lnTo>
                    <a:pt x="15886" y="1974"/>
                  </a:lnTo>
                  <a:lnTo>
                    <a:pt x="15858" y="1942"/>
                  </a:lnTo>
                  <a:lnTo>
                    <a:pt x="15801" y="1927"/>
                  </a:lnTo>
                  <a:lnTo>
                    <a:pt x="15745" y="1927"/>
                  </a:lnTo>
                  <a:lnTo>
                    <a:pt x="15731" y="1927"/>
                  </a:lnTo>
                  <a:lnTo>
                    <a:pt x="15674" y="1911"/>
                  </a:lnTo>
                  <a:lnTo>
                    <a:pt x="15632" y="1880"/>
                  </a:lnTo>
                  <a:lnTo>
                    <a:pt x="15547" y="1817"/>
                  </a:lnTo>
                  <a:lnTo>
                    <a:pt x="15505" y="1801"/>
                  </a:lnTo>
                  <a:lnTo>
                    <a:pt x="15491" y="1786"/>
                  </a:lnTo>
                  <a:lnTo>
                    <a:pt x="15463" y="1786"/>
                  </a:lnTo>
                  <a:lnTo>
                    <a:pt x="15449" y="1801"/>
                  </a:lnTo>
                  <a:lnTo>
                    <a:pt x="15435" y="1817"/>
                  </a:lnTo>
                  <a:lnTo>
                    <a:pt x="15421" y="1864"/>
                  </a:lnTo>
                  <a:lnTo>
                    <a:pt x="15364" y="1974"/>
                  </a:lnTo>
                  <a:lnTo>
                    <a:pt x="15350" y="2021"/>
                  </a:lnTo>
                  <a:lnTo>
                    <a:pt x="15308" y="2052"/>
                  </a:lnTo>
                  <a:lnTo>
                    <a:pt x="15265" y="2068"/>
                  </a:lnTo>
                  <a:lnTo>
                    <a:pt x="15040" y="2068"/>
                  </a:lnTo>
                  <a:lnTo>
                    <a:pt x="14983" y="2068"/>
                  </a:lnTo>
                  <a:lnTo>
                    <a:pt x="14927" y="2052"/>
                  </a:lnTo>
                  <a:lnTo>
                    <a:pt x="14884" y="2021"/>
                  </a:lnTo>
                  <a:lnTo>
                    <a:pt x="14842" y="1989"/>
                  </a:lnTo>
                  <a:lnTo>
                    <a:pt x="14814" y="1942"/>
                  </a:lnTo>
                  <a:lnTo>
                    <a:pt x="14800" y="1895"/>
                  </a:lnTo>
                  <a:lnTo>
                    <a:pt x="14757" y="1864"/>
                  </a:lnTo>
                  <a:lnTo>
                    <a:pt x="14715" y="1848"/>
                  </a:lnTo>
                  <a:lnTo>
                    <a:pt x="14546" y="1848"/>
                  </a:lnTo>
                  <a:lnTo>
                    <a:pt x="14489" y="1848"/>
                  </a:lnTo>
                  <a:lnTo>
                    <a:pt x="14447" y="1880"/>
                  </a:lnTo>
                  <a:lnTo>
                    <a:pt x="14334" y="1958"/>
                  </a:lnTo>
                  <a:lnTo>
                    <a:pt x="14320" y="1974"/>
                  </a:lnTo>
                  <a:lnTo>
                    <a:pt x="14306" y="1974"/>
                  </a:lnTo>
                  <a:lnTo>
                    <a:pt x="14292" y="1958"/>
                  </a:lnTo>
                  <a:lnTo>
                    <a:pt x="14292" y="1927"/>
                  </a:lnTo>
                  <a:lnTo>
                    <a:pt x="14292" y="1911"/>
                  </a:lnTo>
                  <a:lnTo>
                    <a:pt x="14278" y="1848"/>
                  </a:lnTo>
                  <a:lnTo>
                    <a:pt x="14250" y="1801"/>
                  </a:lnTo>
                  <a:lnTo>
                    <a:pt x="14193" y="1739"/>
                  </a:lnTo>
                  <a:lnTo>
                    <a:pt x="14137" y="1707"/>
                  </a:lnTo>
                  <a:lnTo>
                    <a:pt x="14094" y="1692"/>
                  </a:lnTo>
                  <a:lnTo>
                    <a:pt x="14066" y="1692"/>
                  </a:lnTo>
                  <a:lnTo>
                    <a:pt x="14010" y="1707"/>
                  </a:lnTo>
                  <a:lnTo>
                    <a:pt x="13967" y="1739"/>
                  </a:lnTo>
                  <a:lnTo>
                    <a:pt x="13911" y="1801"/>
                  </a:lnTo>
                  <a:lnTo>
                    <a:pt x="13826" y="1880"/>
                  </a:lnTo>
                  <a:lnTo>
                    <a:pt x="13713" y="1958"/>
                  </a:lnTo>
                  <a:lnTo>
                    <a:pt x="13615" y="2036"/>
                  </a:lnTo>
                  <a:lnTo>
                    <a:pt x="13502" y="2115"/>
                  </a:lnTo>
                  <a:lnTo>
                    <a:pt x="13474" y="2130"/>
                  </a:lnTo>
                  <a:lnTo>
                    <a:pt x="13488" y="2099"/>
                  </a:lnTo>
                  <a:lnTo>
                    <a:pt x="13558" y="1974"/>
                  </a:lnTo>
                  <a:lnTo>
                    <a:pt x="13601" y="1927"/>
                  </a:lnTo>
                  <a:lnTo>
                    <a:pt x="13643" y="1895"/>
                  </a:lnTo>
                  <a:lnTo>
                    <a:pt x="13685" y="1864"/>
                  </a:lnTo>
                  <a:lnTo>
                    <a:pt x="13727" y="1833"/>
                  </a:lnTo>
                  <a:lnTo>
                    <a:pt x="13770" y="1786"/>
                  </a:lnTo>
                  <a:lnTo>
                    <a:pt x="13911" y="1519"/>
                  </a:lnTo>
                  <a:lnTo>
                    <a:pt x="13981" y="1410"/>
                  </a:lnTo>
                  <a:lnTo>
                    <a:pt x="14038" y="1347"/>
                  </a:lnTo>
                  <a:lnTo>
                    <a:pt x="14108" y="1253"/>
                  </a:lnTo>
                  <a:lnTo>
                    <a:pt x="14179" y="1128"/>
                  </a:lnTo>
                  <a:lnTo>
                    <a:pt x="14207" y="1081"/>
                  </a:lnTo>
                  <a:lnTo>
                    <a:pt x="14207" y="1018"/>
                  </a:lnTo>
                  <a:lnTo>
                    <a:pt x="14165" y="752"/>
                  </a:lnTo>
                  <a:lnTo>
                    <a:pt x="14137" y="705"/>
                  </a:lnTo>
                  <a:lnTo>
                    <a:pt x="14108" y="658"/>
                  </a:lnTo>
                  <a:lnTo>
                    <a:pt x="13911" y="501"/>
                  </a:lnTo>
                  <a:lnTo>
                    <a:pt x="13812" y="439"/>
                  </a:lnTo>
                  <a:lnTo>
                    <a:pt x="13713" y="407"/>
                  </a:lnTo>
                  <a:lnTo>
                    <a:pt x="13685" y="376"/>
                  </a:lnTo>
                  <a:lnTo>
                    <a:pt x="13671" y="345"/>
                  </a:lnTo>
                  <a:lnTo>
                    <a:pt x="13643" y="251"/>
                  </a:lnTo>
                  <a:lnTo>
                    <a:pt x="13558" y="63"/>
                  </a:lnTo>
                  <a:lnTo>
                    <a:pt x="13516" y="16"/>
                  </a:lnTo>
                  <a:lnTo>
                    <a:pt x="13474" y="0"/>
                  </a:lnTo>
                  <a:lnTo>
                    <a:pt x="13304" y="0"/>
                  </a:lnTo>
                  <a:lnTo>
                    <a:pt x="13262" y="16"/>
                  </a:lnTo>
                  <a:lnTo>
                    <a:pt x="13205" y="47"/>
                  </a:lnTo>
                  <a:lnTo>
                    <a:pt x="13008" y="266"/>
                  </a:lnTo>
                  <a:lnTo>
                    <a:pt x="12980" y="313"/>
                  </a:lnTo>
                  <a:lnTo>
                    <a:pt x="12966" y="376"/>
                  </a:lnTo>
                  <a:lnTo>
                    <a:pt x="12923" y="548"/>
                  </a:lnTo>
                  <a:lnTo>
                    <a:pt x="12895" y="611"/>
                  </a:lnTo>
                  <a:lnTo>
                    <a:pt x="12853" y="642"/>
                  </a:lnTo>
                  <a:lnTo>
                    <a:pt x="12613" y="815"/>
                  </a:lnTo>
                  <a:lnTo>
                    <a:pt x="12556" y="830"/>
                  </a:lnTo>
                  <a:lnTo>
                    <a:pt x="12514" y="815"/>
                  </a:lnTo>
                  <a:lnTo>
                    <a:pt x="12401" y="721"/>
                  </a:lnTo>
                  <a:lnTo>
                    <a:pt x="12345" y="705"/>
                  </a:lnTo>
                  <a:lnTo>
                    <a:pt x="12303" y="721"/>
                  </a:lnTo>
                  <a:lnTo>
                    <a:pt x="12063" y="830"/>
                  </a:lnTo>
                  <a:lnTo>
                    <a:pt x="11964" y="877"/>
                  </a:lnTo>
                  <a:lnTo>
                    <a:pt x="11710" y="1049"/>
                  </a:lnTo>
                  <a:lnTo>
                    <a:pt x="11625" y="1128"/>
                  </a:lnTo>
                  <a:lnTo>
                    <a:pt x="11498" y="1269"/>
                  </a:lnTo>
                  <a:lnTo>
                    <a:pt x="11470" y="1316"/>
                  </a:lnTo>
                  <a:lnTo>
                    <a:pt x="11442" y="1363"/>
                  </a:lnTo>
                  <a:lnTo>
                    <a:pt x="11400" y="1707"/>
                  </a:lnTo>
                  <a:lnTo>
                    <a:pt x="11371" y="1754"/>
                  </a:lnTo>
                  <a:lnTo>
                    <a:pt x="11329" y="1786"/>
                  </a:lnTo>
                  <a:lnTo>
                    <a:pt x="10892" y="1911"/>
                  </a:lnTo>
                  <a:lnTo>
                    <a:pt x="10835" y="1927"/>
                  </a:lnTo>
                  <a:lnTo>
                    <a:pt x="10807" y="1974"/>
                  </a:lnTo>
                  <a:lnTo>
                    <a:pt x="10793" y="2021"/>
                  </a:lnTo>
                  <a:lnTo>
                    <a:pt x="10779" y="2068"/>
                  </a:lnTo>
                  <a:lnTo>
                    <a:pt x="10765" y="2130"/>
                  </a:lnTo>
                  <a:lnTo>
                    <a:pt x="10765" y="2397"/>
                  </a:lnTo>
                  <a:lnTo>
                    <a:pt x="10751" y="2428"/>
                  </a:lnTo>
                  <a:lnTo>
                    <a:pt x="10737" y="2412"/>
                  </a:lnTo>
                  <a:lnTo>
                    <a:pt x="10694" y="2381"/>
                  </a:lnTo>
                  <a:lnTo>
                    <a:pt x="10638" y="2365"/>
                  </a:lnTo>
                  <a:lnTo>
                    <a:pt x="10539" y="2318"/>
                  </a:lnTo>
                  <a:lnTo>
                    <a:pt x="10497" y="2318"/>
                  </a:lnTo>
                  <a:lnTo>
                    <a:pt x="10454" y="2350"/>
                  </a:lnTo>
                  <a:lnTo>
                    <a:pt x="10384" y="2475"/>
                  </a:lnTo>
                  <a:lnTo>
                    <a:pt x="10356" y="2506"/>
                  </a:lnTo>
                  <a:lnTo>
                    <a:pt x="10327" y="2506"/>
                  </a:lnTo>
                  <a:lnTo>
                    <a:pt x="10313" y="2491"/>
                  </a:lnTo>
                  <a:lnTo>
                    <a:pt x="10285" y="2459"/>
                  </a:lnTo>
                  <a:lnTo>
                    <a:pt x="10285" y="2412"/>
                  </a:lnTo>
                  <a:lnTo>
                    <a:pt x="10271" y="2381"/>
                  </a:lnTo>
                  <a:lnTo>
                    <a:pt x="10243" y="2334"/>
                  </a:lnTo>
                  <a:lnTo>
                    <a:pt x="10186" y="2271"/>
                  </a:lnTo>
                  <a:lnTo>
                    <a:pt x="10144" y="2240"/>
                  </a:lnTo>
                  <a:lnTo>
                    <a:pt x="10116" y="2224"/>
                  </a:lnTo>
                  <a:lnTo>
                    <a:pt x="10073" y="2240"/>
                  </a:lnTo>
                  <a:lnTo>
                    <a:pt x="10059" y="2287"/>
                  </a:lnTo>
                  <a:lnTo>
                    <a:pt x="10017" y="2397"/>
                  </a:lnTo>
                  <a:lnTo>
                    <a:pt x="10003" y="2522"/>
                  </a:lnTo>
                  <a:lnTo>
                    <a:pt x="10003" y="2631"/>
                  </a:lnTo>
                  <a:lnTo>
                    <a:pt x="10003" y="2757"/>
                  </a:lnTo>
                  <a:lnTo>
                    <a:pt x="10003" y="2929"/>
                  </a:lnTo>
                  <a:lnTo>
                    <a:pt x="9989" y="2992"/>
                  </a:lnTo>
                  <a:lnTo>
                    <a:pt x="9975" y="3039"/>
                  </a:lnTo>
                  <a:lnTo>
                    <a:pt x="9961" y="3039"/>
                  </a:lnTo>
                  <a:lnTo>
                    <a:pt x="9932" y="3039"/>
                  </a:lnTo>
                  <a:lnTo>
                    <a:pt x="9904" y="3007"/>
                  </a:lnTo>
                  <a:lnTo>
                    <a:pt x="9890" y="2976"/>
                  </a:lnTo>
                  <a:lnTo>
                    <a:pt x="9876" y="2913"/>
                  </a:lnTo>
                  <a:lnTo>
                    <a:pt x="9876" y="2851"/>
                  </a:lnTo>
                  <a:lnTo>
                    <a:pt x="9918" y="2663"/>
                  </a:lnTo>
                  <a:lnTo>
                    <a:pt x="9932" y="2616"/>
                  </a:lnTo>
                  <a:lnTo>
                    <a:pt x="9918" y="2553"/>
                  </a:lnTo>
                  <a:lnTo>
                    <a:pt x="9890" y="2444"/>
                  </a:lnTo>
                  <a:lnTo>
                    <a:pt x="9862" y="2318"/>
                  </a:lnTo>
                  <a:lnTo>
                    <a:pt x="9862" y="2287"/>
                  </a:lnTo>
                  <a:lnTo>
                    <a:pt x="9848" y="2240"/>
                  </a:lnTo>
                  <a:lnTo>
                    <a:pt x="9819" y="2209"/>
                  </a:lnTo>
                  <a:lnTo>
                    <a:pt x="9707" y="2177"/>
                  </a:lnTo>
                  <a:lnTo>
                    <a:pt x="9608" y="2146"/>
                  </a:lnTo>
                  <a:lnTo>
                    <a:pt x="9509" y="2146"/>
                  </a:lnTo>
                  <a:lnTo>
                    <a:pt x="9467" y="2162"/>
                  </a:lnTo>
                  <a:lnTo>
                    <a:pt x="9439" y="2209"/>
                  </a:lnTo>
                  <a:lnTo>
                    <a:pt x="9326" y="2631"/>
                  </a:lnTo>
                  <a:lnTo>
                    <a:pt x="9312" y="2678"/>
                  </a:lnTo>
                  <a:lnTo>
                    <a:pt x="9283" y="2725"/>
                  </a:lnTo>
                  <a:lnTo>
                    <a:pt x="9227" y="2819"/>
                  </a:lnTo>
                  <a:lnTo>
                    <a:pt x="9199" y="2866"/>
                  </a:lnTo>
                  <a:lnTo>
                    <a:pt x="9199" y="2913"/>
                  </a:lnTo>
                  <a:lnTo>
                    <a:pt x="9199" y="2976"/>
                  </a:lnTo>
                  <a:lnTo>
                    <a:pt x="9227" y="3007"/>
                  </a:lnTo>
                  <a:lnTo>
                    <a:pt x="9241" y="3070"/>
                  </a:lnTo>
                  <a:lnTo>
                    <a:pt x="9241" y="3133"/>
                  </a:lnTo>
                  <a:lnTo>
                    <a:pt x="9241" y="3242"/>
                  </a:lnTo>
                  <a:lnTo>
                    <a:pt x="9241" y="3336"/>
                  </a:lnTo>
                  <a:lnTo>
                    <a:pt x="9255" y="3383"/>
                  </a:lnTo>
                  <a:lnTo>
                    <a:pt x="9283" y="3415"/>
                  </a:lnTo>
                  <a:lnTo>
                    <a:pt x="9410" y="3556"/>
                  </a:lnTo>
                  <a:lnTo>
                    <a:pt x="9439" y="3603"/>
                  </a:lnTo>
                  <a:lnTo>
                    <a:pt x="9424" y="3665"/>
                  </a:lnTo>
                  <a:lnTo>
                    <a:pt x="9340" y="3791"/>
                  </a:lnTo>
                  <a:lnTo>
                    <a:pt x="9326" y="3806"/>
                  </a:lnTo>
                  <a:lnTo>
                    <a:pt x="9312" y="3806"/>
                  </a:lnTo>
                  <a:lnTo>
                    <a:pt x="9297" y="3806"/>
                  </a:lnTo>
                  <a:lnTo>
                    <a:pt x="9269" y="3791"/>
                  </a:lnTo>
                  <a:lnTo>
                    <a:pt x="9142" y="3650"/>
                  </a:lnTo>
                  <a:lnTo>
                    <a:pt x="9058" y="3571"/>
                  </a:lnTo>
                  <a:lnTo>
                    <a:pt x="8874" y="3415"/>
                  </a:lnTo>
                  <a:lnTo>
                    <a:pt x="8832" y="3383"/>
                  </a:lnTo>
                  <a:lnTo>
                    <a:pt x="8775" y="3383"/>
                  </a:lnTo>
                  <a:lnTo>
                    <a:pt x="8677" y="3383"/>
                  </a:lnTo>
                  <a:lnTo>
                    <a:pt x="8564" y="3383"/>
                  </a:lnTo>
                  <a:lnTo>
                    <a:pt x="8550" y="3383"/>
                  </a:lnTo>
                  <a:lnTo>
                    <a:pt x="8521" y="3383"/>
                  </a:lnTo>
                  <a:lnTo>
                    <a:pt x="8507" y="3399"/>
                  </a:lnTo>
                  <a:lnTo>
                    <a:pt x="8493" y="3415"/>
                  </a:lnTo>
                  <a:lnTo>
                    <a:pt x="8493" y="3446"/>
                  </a:lnTo>
                  <a:lnTo>
                    <a:pt x="8493" y="3540"/>
                  </a:lnTo>
                  <a:lnTo>
                    <a:pt x="8479" y="3603"/>
                  </a:lnTo>
                  <a:lnTo>
                    <a:pt x="8451" y="3650"/>
                  </a:lnTo>
                  <a:lnTo>
                    <a:pt x="8409" y="3665"/>
                  </a:lnTo>
                  <a:lnTo>
                    <a:pt x="8366" y="3650"/>
                  </a:lnTo>
                  <a:lnTo>
                    <a:pt x="8324" y="3634"/>
                  </a:lnTo>
                  <a:lnTo>
                    <a:pt x="8282" y="3618"/>
                  </a:lnTo>
                  <a:lnTo>
                    <a:pt x="8225" y="3634"/>
                  </a:lnTo>
                  <a:lnTo>
                    <a:pt x="8197" y="3650"/>
                  </a:lnTo>
                  <a:lnTo>
                    <a:pt x="8084" y="3712"/>
                  </a:lnTo>
                  <a:lnTo>
                    <a:pt x="8056" y="3728"/>
                  </a:lnTo>
                  <a:lnTo>
                    <a:pt x="7999" y="3744"/>
                  </a:lnTo>
                  <a:lnTo>
                    <a:pt x="7943" y="3759"/>
                  </a:lnTo>
                  <a:lnTo>
                    <a:pt x="7929" y="3759"/>
                  </a:lnTo>
                  <a:lnTo>
                    <a:pt x="7873" y="3744"/>
                  </a:lnTo>
                  <a:lnTo>
                    <a:pt x="7830" y="3728"/>
                  </a:lnTo>
                  <a:lnTo>
                    <a:pt x="7788" y="3697"/>
                  </a:lnTo>
                  <a:lnTo>
                    <a:pt x="7746" y="3712"/>
                  </a:lnTo>
                  <a:lnTo>
                    <a:pt x="7703" y="3728"/>
                  </a:lnTo>
                  <a:lnTo>
                    <a:pt x="7604" y="3791"/>
                  </a:lnTo>
                  <a:lnTo>
                    <a:pt x="7492" y="3885"/>
                  </a:lnTo>
                  <a:lnTo>
                    <a:pt x="7407" y="3947"/>
                  </a:lnTo>
                  <a:lnTo>
                    <a:pt x="7224" y="4041"/>
                  </a:lnTo>
                  <a:lnTo>
                    <a:pt x="7139" y="4073"/>
                  </a:lnTo>
                  <a:lnTo>
                    <a:pt x="7111" y="4088"/>
                  </a:lnTo>
                  <a:lnTo>
                    <a:pt x="7082" y="4120"/>
                  </a:lnTo>
                  <a:lnTo>
                    <a:pt x="7054" y="4229"/>
                  </a:lnTo>
                  <a:lnTo>
                    <a:pt x="7026" y="4276"/>
                  </a:lnTo>
                  <a:lnTo>
                    <a:pt x="6998" y="4292"/>
                  </a:lnTo>
                  <a:lnTo>
                    <a:pt x="6970" y="4276"/>
                  </a:lnTo>
                  <a:lnTo>
                    <a:pt x="6927" y="4245"/>
                  </a:lnTo>
                  <a:lnTo>
                    <a:pt x="6871" y="4182"/>
                  </a:lnTo>
                  <a:lnTo>
                    <a:pt x="6857" y="4151"/>
                  </a:lnTo>
                  <a:lnTo>
                    <a:pt x="6857" y="4120"/>
                  </a:lnTo>
                  <a:lnTo>
                    <a:pt x="6871" y="4104"/>
                  </a:lnTo>
                  <a:lnTo>
                    <a:pt x="6927" y="4026"/>
                  </a:lnTo>
                  <a:lnTo>
                    <a:pt x="6955" y="3979"/>
                  </a:lnTo>
                  <a:lnTo>
                    <a:pt x="6970" y="3932"/>
                  </a:lnTo>
                  <a:lnTo>
                    <a:pt x="6970" y="3900"/>
                  </a:lnTo>
                  <a:lnTo>
                    <a:pt x="6955" y="3853"/>
                  </a:lnTo>
                  <a:lnTo>
                    <a:pt x="6913" y="3806"/>
                  </a:lnTo>
                  <a:lnTo>
                    <a:pt x="6885" y="3791"/>
                  </a:lnTo>
                  <a:lnTo>
                    <a:pt x="6800" y="3759"/>
                  </a:lnTo>
                  <a:lnTo>
                    <a:pt x="6701" y="3759"/>
                  </a:lnTo>
                  <a:lnTo>
                    <a:pt x="6673" y="3759"/>
                  </a:lnTo>
                  <a:lnTo>
                    <a:pt x="6659" y="3759"/>
                  </a:lnTo>
                  <a:lnTo>
                    <a:pt x="6645" y="3775"/>
                  </a:lnTo>
                  <a:lnTo>
                    <a:pt x="6645" y="3791"/>
                  </a:lnTo>
                  <a:lnTo>
                    <a:pt x="6645" y="3822"/>
                  </a:lnTo>
                  <a:lnTo>
                    <a:pt x="6659" y="3853"/>
                  </a:lnTo>
                  <a:lnTo>
                    <a:pt x="6687" y="3916"/>
                  </a:lnTo>
                  <a:lnTo>
                    <a:pt x="6687" y="3979"/>
                  </a:lnTo>
                  <a:lnTo>
                    <a:pt x="6687" y="4073"/>
                  </a:lnTo>
                  <a:lnTo>
                    <a:pt x="6701" y="4135"/>
                  </a:lnTo>
                  <a:lnTo>
                    <a:pt x="6716" y="4198"/>
                  </a:lnTo>
                  <a:lnTo>
                    <a:pt x="6730" y="4245"/>
                  </a:lnTo>
                  <a:lnTo>
                    <a:pt x="6744" y="4292"/>
                  </a:lnTo>
                  <a:lnTo>
                    <a:pt x="6744" y="4354"/>
                  </a:lnTo>
                  <a:lnTo>
                    <a:pt x="6716" y="4464"/>
                  </a:lnTo>
                  <a:lnTo>
                    <a:pt x="6687" y="4495"/>
                  </a:lnTo>
                  <a:lnTo>
                    <a:pt x="6673" y="4495"/>
                  </a:lnTo>
                  <a:lnTo>
                    <a:pt x="6659" y="4480"/>
                  </a:lnTo>
                  <a:lnTo>
                    <a:pt x="6617" y="4464"/>
                  </a:lnTo>
                  <a:lnTo>
                    <a:pt x="6560" y="4448"/>
                  </a:lnTo>
                  <a:lnTo>
                    <a:pt x="6546" y="4448"/>
                  </a:lnTo>
                  <a:lnTo>
                    <a:pt x="6490" y="4464"/>
                  </a:lnTo>
                  <a:lnTo>
                    <a:pt x="6448" y="4480"/>
                  </a:lnTo>
                  <a:lnTo>
                    <a:pt x="6363" y="4558"/>
                  </a:lnTo>
                  <a:lnTo>
                    <a:pt x="6321" y="4574"/>
                  </a:lnTo>
                  <a:lnTo>
                    <a:pt x="6236" y="4636"/>
                  </a:lnTo>
                  <a:lnTo>
                    <a:pt x="6222" y="4683"/>
                  </a:lnTo>
                  <a:lnTo>
                    <a:pt x="6236" y="4730"/>
                  </a:lnTo>
                  <a:lnTo>
                    <a:pt x="6321" y="4934"/>
                  </a:lnTo>
                  <a:lnTo>
                    <a:pt x="6335" y="4965"/>
                  </a:lnTo>
                  <a:lnTo>
                    <a:pt x="6306" y="4950"/>
                  </a:lnTo>
                  <a:lnTo>
                    <a:pt x="6264" y="4918"/>
                  </a:lnTo>
                  <a:lnTo>
                    <a:pt x="6222" y="4903"/>
                  </a:lnTo>
                  <a:lnTo>
                    <a:pt x="6123" y="4903"/>
                  </a:lnTo>
                  <a:lnTo>
                    <a:pt x="6067" y="4903"/>
                  </a:lnTo>
                  <a:lnTo>
                    <a:pt x="6024" y="4887"/>
                  </a:lnTo>
                  <a:lnTo>
                    <a:pt x="5982" y="4856"/>
                  </a:lnTo>
                  <a:lnTo>
                    <a:pt x="5940" y="4856"/>
                  </a:lnTo>
                  <a:lnTo>
                    <a:pt x="5926" y="4871"/>
                  </a:lnTo>
                  <a:lnTo>
                    <a:pt x="5940" y="4934"/>
                  </a:lnTo>
                  <a:lnTo>
                    <a:pt x="5940" y="4950"/>
                  </a:lnTo>
                  <a:lnTo>
                    <a:pt x="5897" y="4934"/>
                  </a:lnTo>
                  <a:lnTo>
                    <a:pt x="5770" y="4887"/>
                  </a:lnTo>
                  <a:lnTo>
                    <a:pt x="5728" y="4871"/>
                  </a:lnTo>
                  <a:lnTo>
                    <a:pt x="5700" y="4824"/>
                  </a:lnTo>
                  <a:lnTo>
                    <a:pt x="5672" y="4730"/>
                  </a:lnTo>
                  <a:lnTo>
                    <a:pt x="5672" y="4683"/>
                  </a:lnTo>
                  <a:lnTo>
                    <a:pt x="5686" y="4636"/>
                  </a:lnTo>
                  <a:lnTo>
                    <a:pt x="5714" y="4605"/>
                  </a:lnTo>
                  <a:lnTo>
                    <a:pt x="5728" y="4558"/>
                  </a:lnTo>
                  <a:lnTo>
                    <a:pt x="5714" y="4527"/>
                  </a:lnTo>
                  <a:lnTo>
                    <a:pt x="5672" y="4495"/>
                  </a:lnTo>
                  <a:lnTo>
                    <a:pt x="5643" y="4480"/>
                  </a:lnTo>
                  <a:lnTo>
                    <a:pt x="5545" y="4401"/>
                  </a:lnTo>
                  <a:lnTo>
                    <a:pt x="5488" y="4339"/>
                  </a:lnTo>
                  <a:lnTo>
                    <a:pt x="5418" y="4260"/>
                  </a:lnTo>
                  <a:lnTo>
                    <a:pt x="5404" y="4229"/>
                  </a:lnTo>
                  <a:lnTo>
                    <a:pt x="5418" y="4213"/>
                  </a:lnTo>
                  <a:lnTo>
                    <a:pt x="5446" y="4229"/>
                  </a:lnTo>
                  <a:lnTo>
                    <a:pt x="5488" y="4260"/>
                  </a:lnTo>
                  <a:lnTo>
                    <a:pt x="5531" y="4276"/>
                  </a:lnTo>
                  <a:lnTo>
                    <a:pt x="5573" y="4292"/>
                  </a:lnTo>
                  <a:lnTo>
                    <a:pt x="5601" y="4292"/>
                  </a:lnTo>
                  <a:lnTo>
                    <a:pt x="5643" y="4307"/>
                  </a:lnTo>
                  <a:lnTo>
                    <a:pt x="5686" y="4354"/>
                  </a:lnTo>
                  <a:lnTo>
                    <a:pt x="5700" y="4386"/>
                  </a:lnTo>
                  <a:lnTo>
                    <a:pt x="5728" y="4433"/>
                  </a:lnTo>
                  <a:lnTo>
                    <a:pt x="5784" y="4464"/>
                  </a:lnTo>
                  <a:lnTo>
                    <a:pt x="5940" y="4511"/>
                  </a:lnTo>
                  <a:lnTo>
                    <a:pt x="5996" y="4511"/>
                  </a:lnTo>
                  <a:lnTo>
                    <a:pt x="6053" y="4511"/>
                  </a:lnTo>
                  <a:lnTo>
                    <a:pt x="6151" y="4464"/>
                  </a:lnTo>
                  <a:lnTo>
                    <a:pt x="6264" y="4417"/>
                  </a:lnTo>
                  <a:lnTo>
                    <a:pt x="6292" y="4401"/>
                  </a:lnTo>
                  <a:lnTo>
                    <a:pt x="6335" y="4370"/>
                  </a:lnTo>
                  <a:lnTo>
                    <a:pt x="6363" y="4307"/>
                  </a:lnTo>
                  <a:lnTo>
                    <a:pt x="6391" y="4198"/>
                  </a:lnTo>
                  <a:lnTo>
                    <a:pt x="6391" y="4151"/>
                  </a:lnTo>
                  <a:lnTo>
                    <a:pt x="6377" y="4104"/>
                  </a:lnTo>
                  <a:lnTo>
                    <a:pt x="6179" y="3885"/>
                  </a:lnTo>
                  <a:lnTo>
                    <a:pt x="6095" y="3806"/>
                  </a:lnTo>
                  <a:lnTo>
                    <a:pt x="5982" y="3712"/>
                  </a:lnTo>
                  <a:lnTo>
                    <a:pt x="5897" y="3634"/>
                  </a:lnTo>
                  <a:lnTo>
                    <a:pt x="5827" y="3571"/>
                  </a:lnTo>
                  <a:lnTo>
                    <a:pt x="5784" y="3540"/>
                  </a:lnTo>
                  <a:lnTo>
                    <a:pt x="5742" y="3509"/>
                  </a:lnTo>
                  <a:lnTo>
                    <a:pt x="5643" y="3477"/>
                  </a:lnTo>
                  <a:lnTo>
                    <a:pt x="5559" y="3446"/>
                  </a:lnTo>
                  <a:lnTo>
                    <a:pt x="5531" y="3430"/>
                  </a:lnTo>
                  <a:lnTo>
                    <a:pt x="5516" y="3383"/>
                  </a:lnTo>
                  <a:lnTo>
                    <a:pt x="5516" y="3368"/>
                  </a:lnTo>
                  <a:lnTo>
                    <a:pt x="5516" y="3336"/>
                  </a:lnTo>
                  <a:lnTo>
                    <a:pt x="5502" y="3321"/>
                  </a:lnTo>
                  <a:lnTo>
                    <a:pt x="5488" y="3305"/>
                  </a:lnTo>
                  <a:lnTo>
                    <a:pt x="5460" y="3305"/>
                  </a:lnTo>
                  <a:lnTo>
                    <a:pt x="5432" y="3305"/>
                  </a:lnTo>
                  <a:lnTo>
                    <a:pt x="5319" y="3305"/>
                  </a:lnTo>
                  <a:lnTo>
                    <a:pt x="5305" y="3305"/>
                  </a:lnTo>
                  <a:lnTo>
                    <a:pt x="5234" y="3305"/>
                  </a:lnTo>
                  <a:lnTo>
                    <a:pt x="5206" y="3258"/>
                  </a:lnTo>
                  <a:lnTo>
                    <a:pt x="5178" y="3227"/>
                  </a:lnTo>
                  <a:lnTo>
                    <a:pt x="5178" y="3180"/>
                  </a:lnTo>
                  <a:lnTo>
                    <a:pt x="5192" y="3086"/>
                  </a:lnTo>
                  <a:lnTo>
                    <a:pt x="5220" y="3054"/>
                  </a:lnTo>
                  <a:lnTo>
                    <a:pt x="5220" y="3007"/>
                  </a:lnTo>
                  <a:lnTo>
                    <a:pt x="5206" y="2960"/>
                  </a:lnTo>
                  <a:lnTo>
                    <a:pt x="5135" y="2882"/>
                  </a:lnTo>
                  <a:lnTo>
                    <a:pt x="5079" y="2804"/>
                  </a:lnTo>
                  <a:lnTo>
                    <a:pt x="5051" y="2804"/>
                  </a:lnTo>
                  <a:lnTo>
                    <a:pt x="5037" y="2788"/>
                  </a:lnTo>
                  <a:lnTo>
                    <a:pt x="5008" y="2804"/>
                  </a:lnTo>
                  <a:lnTo>
                    <a:pt x="4994" y="2804"/>
                  </a:lnTo>
                  <a:lnTo>
                    <a:pt x="4938" y="2882"/>
                  </a:lnTo>
                  <a:lnTo>
                    <a:pt x="4896" y="2898"/>
                  </a:lnTo>
                  <a:lnTo>
                    <a:pt x="4839" y="2898"/>
                  </a:lnTo>
                  <a:lnTo>
                    <a:pt x="4811" y="2866"/>
                  </a:lnTo>
                  <a:lnTo>
                    <a:pt x="4726" y="2835"/>
                  </a:lnTo>
                  <a:lnTo>
                    <a:pt x="4628" y="2835"/>
                  </a:lnTo>
                  <a:lnTo>
                    <a:pt x="4613" y="2835"/>
                  </a:lnTo>
                  <a:lnTo>
                    <a:pt x="4557" y="2851"/>
                  </a:lnTo>
                  <a:lnTo>
                    <a:pt x="4515" y="2882"/>
                  </a:lnTo>
                  <a:lnTo>
                    <a:pt x="4458" y="2945"/>
                  </a:lnTo>
                  <a:lnTo>
                    <a:pt x="4416" y="2976"/>
                  </a:lnTo>
                  <a:lnTo>
                    <a:pt x="4374" y="2992"/>
                  </a:lnTo>
                  <a:lnTo>
                    <a:pt x="4303" y="2992"/>
                  </a:lnTo>
                  <a:lnTo>
                    <a:pt x="4275" y="3007"/>
                  </a:lnTo>
                  <a:lnTo>
                    <a:pt x="4233" y="3039"/>
                  </a:lnTo>
                  <a:lnTo>
                    <a:pt x="4204" y="3054"/>
                  </a:lnTo>
                  <a:lnTo>
                    <a:pt x="4176" y="3070"/>
                  </a:lnTo>
                  <a:lnTo>
                    <a:pt x="4134" y="3086"/>
                  </a:lnTo>
                  <a:lnTo>
                    <a:pt x="4120" y="3133"/>
                  </a:lnTo>
                  <a:lnTo>
                    <a:pt x="4077" y="3242"/>
                  </a:lnTo>
                  <a:lnTo>
                    <a:pt x="4049" y="3289"/>
                  </a:lnTo>
                  <a:lnTo>
                    <a:pt x="4007" y="3305"/>
                  </a:lnTo>
                  <a:lnTo>
                    <a:pt x="3922" y="3305"/>
                  </a:lnTo>
                  <a:lnTo>
                    <a:pt x="3866" y="3321"/>
                  </a:lnTo>
                  <a:lnTo>
                    <a:pt x="3837" y="3368"/>
                  </a:lnTo>
                  <a:lnTo>
                    <a:pt x="3809" y="3477"/>
                  </a:lnTo>
                  <a:lnTo>
                    <a:pt x="3795" y="3571"/>
                  </a:lnTo>
                  <a:lnTo>
                    <a:pt x="3767" y="3603"/>
                  </a:lnTo>
                  <a:lnTo>
                    <a:pt x="3739" y="3603"/>
                  </a:lnTo>
                  <a:lnTo>
                    <a:pt x="3711" y="3603"/>
                  </a:lnTo>
                  <a:lnTo>
                    <a:pt x="3654" y="3618"/>
                  </a:lnTo>
                  <a:lnTo>
                    <a:pt x="3626" y="3665"/>
                  </a:lnTo>
                  <a:lnTo>
                    <a:pt x="3541" y="3791"/>
                  </a:lnTo>
                  <a:lnTo>
                    <a:pt x="3527" y="3838"/>
                  </a:lnTo>
                  <a:lnTo>
                    <a:pt x="3513" y="3900"/>
                  </a:lnTo>
                  <a:lnTo>
                    <a:pt x="3513" y="3932"/>
                  </a:lnTo>
                  <a:lnTo>
                    <a:pt x="3499" y="3994"/>
                  </a:lnTo>
                  <a:lnTo>
                    <a:pt x="3485" y="4041"/>
                  </a:lnTo>
                  <a:lnTo>
                    <a:pt x="3400" y="4166"/>
                  </a:lnTo>
                  <a:lnTo>
                    <a:pt x="3344" y="4276"/>
                  </a:lnTo>
                  <a:lnTo>
                    <a:pt x="3330" y="4323"/>
                  </a:lnTo>
                  <a:lnTo>
                    <a:pt x="3287" y="4433"/>
                  </a:lnTo>
                  <a:lnTo>
                    <a:pt x="3259" y="4464"/>
                  </a:lnTo>
                  <a:lnTo>
                    <a:pt x="3217" y="4589"/>
                  </a:lnTo>
                  <a:lnTo>
                    <a:pt x="3189" y="4621"/>
                  </a:lnTo>
                  <a:lnTo>
                    <a:pt x="3132" y="4730"/>
                  </a:lnTo>
                  <a:lnTo>
                    <a:pt x="2991" y="5012"/>
                  </a:lnTo>
                  <a:lnTo>
                    <a:pt x="2920" y="5106"/>
                  </a:lnTo>
                  <a:lnTo>
                    <a:pt x="2864" y="5169"/>
                  </a:lnTo>
                  <a:lnTo>
                    <a:pt x="2765" y="5247"/>
                  </a:lnTo>
                  <a:lnTo>
                    <a:pt x="2737" y="5263"/>
                  </a:lnTo>
                  <a:lnTo>
                    <a:pt x="2695" y="5294"/>
                  </a:lnTo>
                  <a:lnTo>
                    <a:pt x="2652" y="5341"/>
                  </a:lnTo>
                  <a:lnTo>
                    <a:pt x="2638" y="5388"/>
                  </a:lnTo>
                  <a:lnTo>
                    <a:pt x="2582" y="5482"/>
                  </a:lnTo>
                  <a:lnTo>
                    <a:pt x="2511" y="5561"/>
                  </a:lnTo>
                  <a:lnTo>
                    <a:pt x="2483" y="5592"/>
                  </a:lnTo>
                  <a:lnTo>
                    <a:pt x="2469" y="5639"/>
                  </a:lnTo>
                  <a:lnTo>
                    <a:pt x="2441" y="5733"/>
                  </a:lnTo>
                  <a:lnTo>
                    <a:pt x="2427" y="5764"/>
                  </a:lnTo>
                  <a:lnTo>
                    <a:pt x="2413" y="5827"/>
                  </a:lnTo>
                  <a:lnTo>
                    <a:pt x="2398" y="5889"/>
                  </a:lnTo>
                  <a:lnTo>
                    <a:pt x="2398" y="5921"/>
                  </a:lnTo>
                  <a:lnTo>
                    <a:pt x="2413" y="5983"/>
                  </a:lnTo>
                  <a:lnTo>
                    <a:pt x="2427" y="6030"/>
                  </a:lnTo>
                  <a:lnTo>
                    <a:pt x="2441" y="6077"/>
                  </a:lnTo>
                  <a:lnTo>
                    <a:pt x="2455" y="6140"/>
                  </a:lnTo>
                  <a:lnTo>
                    <a:pt x="2469" y="6203"/>
                  </a:lnTo>
                  <a:lnTo>
                    <a:pt x="2469" y="6218"/>
                  </a:lnTo>
                  <a:lnTo>
                    <a:pt x="2469" y="6344"/>
                  </a:lnTo>
                  <a:lnTo>
                    <a:pt x="2469" y="6375"/>
                  </a:lnTo>
                  <a:lnTo>
                    <a:pt x="2483" y="6422"/>
                  </a:lnTo>
                  <a:lnTo>
                    <a:pt x="2511" y="6469"/>
                  </a:lnTo>
                  <a:lnTo>
                    <a:pt x="2568" y="6485"/>
                  </a:lnTo>
                  <a:lnTo>
                    <a:pt x="2610" y="6500"/>
                  </a:lnTo>
                  <a:lnTo>
                    <a:pt x="2666" y="6516"/>
                  </a:lnTo>
                  <a:lnTo>
                    <a:pt x="2695" y="6516"/>
                  </a:lnTo>
                  <a:lnTo>
                    <a:pt x="2751" y="6500"/>
                  </a:lnTo>
                  <a:lnTo>
                    <a:pt x="2793" y="6485"/>
                  </a:lnTo>
                  <a:lnTo>
                    <a:pt x="2906" y="6391"/>
                  </a:lnTo>
                  <a:lnTo>
                    <a:pt x="2991" y="6328"/>
                  </a:lnTo>
                  <a:lnTo>
                    <a:pt x="3033" y="6297"/>
                  </a:lnTo>
                  <a:lnTo>
                    <a:pt x="3062" y="6281"/>
                  </a:lnTo>
                  <a:lnTo>
                    <a:pt x="3090" y="6265"/>
                  </a:lnTo>
                  <a:lnTo>
                    <a:pt x="3118" y="6234"/>
                  </a:lnTo>
                  <a:lnTo>
                    <a:pt x="3146" y="6187"/>
                  </a:lnTo>
                  <a:lnTo>
                    <a:pt x="3203" y="6093"/>
                  </a:lnTo>
                  <a:lnTo>
                    <a:pt x="3231" y="6062"/>
                  </a:lnTo>
                  <a:lnTo>
                    <a:pt x="3203" y="6093"/>
                  </a:lnTo>
                  <a:lnTo>
                    <a:pt x="3146" y="6187"/>
                  </a:lnTo>
                  <a:lnTo>
                    <a:pt x="3118" y="6234"/>
                  </a:lnTo>
                  <a:lnTo>
                    <a:pt x="3104" y="6328"/>
                  </a:lnTo>
                  <a:lnTo>
                    <a:pt x="3118" y="6422"/>
                  </a:lnTo>
                  <a:lnTo>
                    <a:pt x="3146" y="6469"/>
                  </a:lnTo>
                  <a:lnTo>
                    <a:pt x="3160" y="6516"/>
                  </a:lnTo>
                  <a:lnTo>
                    <a:pt x="3160" y="6579"/>
                  </a:lnTo>
                  <a:lnTo>
                    <a:pt x="3160" y="6610"/>
                  </a:lnTo>
                  <a:lnTo>
                    <a:pt x="3189" y="6735"/>
                  </a:lnTo>
                  <a:lnTo>
                    <a:pt x="3217" y="6845"/>
                  </a:lnTo>
                  <a:lnTo>
                    <a:pt x="3231" y="6939"/>
                  </a:lnTo>
                  <a:lnTo>
                    <a:pt x="3245" y="6986"/>
                  </a:lnTo>
                  <a:lnTo>
                    <a:pt x="3273" y="7017"/>
                  </a:lnTo>
                  <a:lnTo>
                    <a:pt x="3287" y="7064"/>
                  </a:lnTo>
                  <a:lnTo>
                    <a:pt x="3301" y="7096"/>
                  </a:lnTo>
                  <a:lnTo>
                    <a:pt x="3315" y="7127"/>
                  </a:lnTo>
                  <a:lnTo>
                    <a:pt x="3358" y="7127"/>
                  </a:lnTo>
                  <a:lnTo>
                    <a:pt x="3386" y="7127"/>
                  </a:lnTo>
                  <a:lnTo>
                    <a:pt x="3428" y="7127"/>
                  </a:lnTo>
                  <a:lnTo>
                    <a:pt x="3442" y="7096"/>
                  </a:lnTo>
                  <a:lnTo>
                    <a:pt x="3457" y="7064"/>
                  </a:lnTo>
                  <a:lnTo>
                    <a:pt x="3471" y="7017"/>
                  </a:lnTo>
                  <a:lnTo>
                    <a:pt x="3513" y="6986"/>
                  </a:lnTo>
                  <a:lnTo>
                    <a:pt x="3569" y="6986"/>
                  </a:lnTo>
                  <a:lnTo>
                    <a:pt x="3598" y="6986"/>
                  </a:lnTo>
                  <a:lnTo>
                    <a:pt x="3640" y="6970"/>
                  </a:lnTo>
                  <a:lnTo>
                    <a:pt x="3668" y="6923"/>
                  </a:lnTo>
                  <a:lnTo>
                    <a:pt x="3696" y="6876"/>
                  </a:lnTo>
                  <a:lnTo>
                    <a:pt x="3711" y="6829"/>
                  </a:lnTo>
                  <a:lnTo>
                    <a:pt x="3725" y="6767"/>
                  </a:lnTo>
                  <a:lnTo>
                    <a:pt x="3725" y="6579"/>
                  </a:lnTo>
                  <a:lnTo>
                    <a:pt x="3725" y="6453"/>
                  </a:lnTo>
                  <a:lnTo>
                    <a:pt x="3725" y="6438"/>
                  </a:lnTo>
                  <a:lnTo>
                    <a:pt x="3725" y="6391"/>
                  </a:lnTo>
                  <a:lnTo>
                    <a:pt x="3753" y="6375"/>
                  </a:lnTo>
                  <a:lnTo>
                    <a:pt x="3837" y="6344"/>
                  </a:lnTo>
                  <a:lnTo>
                    <a:pt x="3880" y="6312"/>
                  </a:lnTo>
                  <a:lnTo>
                    <a:pt x="3908" y="6281"/>
                  </a:lnTo>
                  <a:lnTo>
                    <a:pt x="3922" y="6234"/>
                  </a:lnTo>
                  <a:lnTo>
                    <a:pt x="3922" y="6203"/>
                  </a:lnTo>
                  <a:lnTo>
                    <a:pt x="3922" y="6140"/>
                  </a:lnTo>
                  <a:lnTo>
                    <a:pt x="3908" y="6077"/>
                  </a:lnTo>
                  <a:lnTo>
                    <a:pt x="3880" y="6046"/>
                  </a:lnTo>
                  <a:lnTo>
                    <a:pt x="3823" y="5952"/>
                  </a:lnTo>
                  <a:lnTo>
                    <a:pt x="3795" y="5905"/>
                  </a:lnTo>
                  <a:lnTo>
                    <a:pt x="3781" y="5842"/>
                  </a:lnTo>
                  <a:lnTo>
                    <a:pt x="3781" y="5733"/>
                  </a:lnTo>
                  <a:lnTo>
                    <a:pt x="3781" y="5608"/>
                  </a:lnTo>
                  <a:lnTo>
                    <a:pt x="3781" y="5514"/>
                  </a:lnTo>
                  <a:lnTo>
                    <a:pt x="3795" y="5451"/>
                  </a:lnTo>
                  <a:lnTo>
                    <a:pt x="3823" y="5404"/>
                  </a:lnTo>
                  <a:lnTo>
                    <a:pt x="3880" y="5341"/>
                  </a:lnTo>
                  <a:lnTo>
                    <a:pt x="3964" y="5263"/>
                  </a:lnTo>
                  <a:lnTo>
                    <a:pt x="4035" y="5185"/>
                  </a:lnTo>
                  <a:lnTo>
                    <a:pt x="4162" y="5106"/>
                  </a:lnTo>
                  <a:lnTo>
                    <a:pt x="4190" y="5059"/>
                  </a:lnTo>
                  <a:lnTo>
                    <a:pt x="4233" y="5012"/>
                  </a:lnTo>
                  <a:lnTo>
                    <a:pt x="4247" y="4965"/>
                  </a:lnTo>
                  <a:lnTo>
                    <a:pt x="4261" y="4918"/>
                  </a:lnTo>
                  <a:lnTo>
                    <a:pt x="4233" y="4871"/>
                  </a:lnTo>
                  <a:lnTo>
                    <a:pt x="4218" y="4824"/>
                  </a:lnTo>
                  <a:lnTo>
                    <a:pt x="4233" y="4777"/>
                  </a:lnTo>
                  <a:lnTo>
                    <a:pt x="4247" y="4730"/>
                  </a:lnTo>
                  <a:lnTo>
                    <a:pt x="4317" y="4636"/>
                  </a:lnTo>
                  <a:lnTo>
                    <a:pt x="4374" y="4574"/>
                  </a:lnTo>
                  <a:lnTo>
                    <a:pt x="4402" y="4542"/>
                  </a:lnTo>
                  <a:lnTo>
                    <a:pt x="4444" y="4511"/>
                  </a:lnTo>
                  <a:lnTo>
                    <a:pt x="4472" y="4527"/>
                  </a:lnTo>
                  <a:lnTo>
                    <a:pt x="4515" y="4558"/>
                  </a:lnTo>
                  <a:lnTo>
                    <a:pt x="4571" y="4652"/>
                  </a:lnTo>
                  <a:lnTo>
                    <a:pt x="4599" y="4699"/>
                  </a:lnTo>
                  <a:lnTo>
                    <a:pt x="4599" y="4762"/>
                  </a:lnTo>
                  <a:lnTo>
                    <a:pt x="4599" y="4809"/>
                  </a:lnTo>
                  <a:lnTo>
                    <a:pt x="4501" y="5012"/>
                  </a:lnTo>
                  <a:lnTo>
                    <a:pt x="4472" y="5059"/>
                  </a:lnTo>
                  <a:lnTo>
                    <a:pt x="4430" y="5091"/>
                  </a:lnTo>
                  <a:lnTo>
                    <a:pt x="4317" y="5185"/>
                  </a:lnTo>
                  <a:lnTo>
                    <a:pt x="4275" y="5216"/>
                  </a:lnTo>
                  <a:lnTo>
                    <a:pt x="4261" y="5279"/>
                  </a:lnTo>
                  <a:lnTo>
                    <a:pt x="4218" y="5388"/>
                  </a:lnTo>
                  <a:lnTo>
                    <a:pt x="4204" y="5514"/>
                  </a:lnTo>
                  <a:lnTo>
                    <a:pt x="4204" y="5686"/>
                  </a:lnTo>
                  <a:lnTo>
                    <a:pt x="4204" y="5749"/>
                  </a:lnTo>
                  <a:lnTo>
                    <a:pt x="4233" y="5811"/>
                  </a:lnTo>
                  <a:lnTo>
                    <a:pt x="4247" y="5858"/>
                  </a:lnTo>
                  <a:lnTo>
                    <a:pt x="4303" y="5952"/>
                  </a:lnTo>
                  <a:lnTo>
                    <a:pt x="4374" y="6030"/>
                  </a:lnTo>
                  <a:lnTo>
                    <a:pt x="4416" y="6046"/>
                  </a:lnTo>
                  <a:lnTo>
                    <a:pt x="4472" y="6062"/>
                  </a:lnTo>
                  <a:lnTo>
                    <a:pt x="4486" y="6062"/>
                  </a:lnTo>
                  <a:lnTo>
                    <a:pt x="4599" y="6046"/>
                  </a:lnTo>
                  <a:lnTo>
                    <a:pt x="4769" y="5999"/>
                  </a:lnTo>
                  <a:lnTo>
                    <a:pt x="4867" y="5983"/>
                  </a:lnTo>
                  <a:lnTo>
                    <a:pt x="4896" y="5983"/>
                  </a:lnTo>
                  <a:lnTo>
                    <a:pt x="4938" y="5983"/>
                  </a:lnTo>
                  <a:lnTo>
                    <a:pt x="4966" y="5999"/>
                  </a:lnTo>
                  <a:lnTo>
                    <a:pt x="4994" y="6015"/>
                  </a:lnTo>
                  <a:lnTo>
                    <a:pt x="5023" y="6062"/>
                  </a:lnTo>
                  <a:lnTo>
                    <a:pt x="5037" y="6124"/>
                  </a:lnTo>
                  <a:lnTo>
                    <a:pt x="5037" y="6156"/>
                  </a:lnTo>
                  <a:lnTo>
                    <a:pt x="5023" y="6187"/>
                  </a:lnTo>
                  <a:lnTo>
                    <a:pt x="4994" y="6218"/>
                  </a:lnTo>
                  <a:lnTo>
                    <a:pt x="4966" y="6218"/>
                  </a:lnTo>
                  <a:lnTo>
                    <a:pt x="4938" y="6203"/>
                  </a:lnTo>
                  <a:lnTo>
                    <a:pt x="4839" y="6203"/>
                  </a:lnTo>
                  <a:lnTo>
                    <a:pt x="4740" y="6203"/>
                  </a:lnTo>
                  <a:lnTo>
                    <a:pt x="4642" y="6234"/>
                  </a:lnTo>
                  <a:lnTo>
                    <a:pt x="4529" y="6265"/>
                  </a:lnTo>
                  <a:lnTo>
                    <a:pt x="4501" y="6297"/>
                  </a:lnTo>
                  <a:lnTo>
                    <a:pt x="4472" y="6328"/>
                  </a:lnTo>
                  <a:lnTo>
                    <a:pt x="4472" y="6406"/>
                  </a:lnTo>
                  <a:lnTo>
                    <a:pt x="4486" y="6438"/>
                  </a:lnTo>
                  <a:lnTo>
                    <a:pt x="4515" y="6485"/>
                  </a:lnTo>
                  <a:lnTo>
                    <a:pt x="4543" y="6516"/>
                  </a:lnTo>
                  <a:lnTo>
                    <a:pt x="4543" y="6563"/>
                  </a:lnTo>
                  <a:lnTo>
                    <a:pt x="4543" y="6594"/>
                  </a:lnTo>
                  <a:lnTo>
                    <a:pt x="4529" y="6657"/>
                  </a:lnTo>
                  <a:lnTo>
                    <a:pt x="4501" y="6688"/>
                  </a:lnTo>
                  <a:lnTo>
                    <a:pt x="4486" y="6704"/>
                  </a:lnTo>
                  <a:lnTo>
                    <a:pt x="4472" y="6720"/>
                  </a:lnTo>
                  <a:lnTo>
                    <a:pt x="4458" y="6720"/>
                  </a:lnTo>
                  <a:lnTo>
                    <a:pt x="4430" y="6720"/>
                  </a:lnTo>
                  <a:lnTo>
                    <a:pt x="4388" y="6704"/>
                  </a:lnTo>
                  <a:lnTo>
                    <a:pt x="4303" y="6673"/>
                  </a:lnTo>
                  <a:lnTo>
                    <a:pt x="4275" y="6688"/>
                  </a:lnTo>
                  <a:lnTo>
                    <a:pt x="4247" y="6720"/>
                  </a:lnTo>
                  <a:lnTo>
                    <a:pt x="4233" y="6767"/>
                  </a:lnTo>
                  <a:lnTo>
                    <a:pt x="4218" y="6829"/>
                  </a:lnTo>
                  <a:lnTo>
                    <a:pt x="4204" y="6892"/>
                  </a:lnTo>
                  <a:lnTo>
                    <a:pt x="4204" y="6908"/>
                  </a:lnTo>
                  <a:lnTo>
                    <a:pt x="4204" y="6970"/>
                  </a:lnTo>
                  <a:lnTo>
                    <a:pt x="4204" y="7033"/>
                  </a:lnTo>
                  <a:lnTo>
                    <a:pt x="4204" y="7064"/>
                  </a:lnTo>
                  <a:lnTo>
                    <a:pt x="4204" y="7127"/>
                  </a:lnTo>
                  <a:lnTo>
                    <a:pt x="4176" y="7127"/>
                  </a:lnTo>
                  <a:lnTo>
                    <a:pt x="4134" y="7143"/>
                  </a:lnTo>
                  <a:lnTo>
                    <a:pt x="4106" y="7174"/>
                  </a:lnTo>
                  <a:lnTo>
                    <a:pt x="4077" y="7205"/>
                  </a:lnTo>
                  <a:lnTo>
                    <a:pt x="4063" y="7252"/>
                  </a:lnTo>
                  <a:lnTo>
                    <a:pt x="4049" y="7268"/>
                  </a:lnTo>
                  <a:lnTo>
                    <a:pt x="4007" y="7284"/>
                  </a:lnTo>
                  <a:lnTo>
                    <a:pt x="3979" y="7284"/>
                  </a:lnTo>
                  <a:lnTo>
                    <a:pt x="3894" y="7284"/>
                  </a:lnTo>
                  <a:lnTo>
                    <a:pt x="3809" y="7299"/>
                  </a:lnTo>
                  <a:lnTo>
                    <a:pt x="3640" y="7346"/>
                  </a:lnTo>
                  <a:lnTo>
                    <a:pt x="3527" y="7393"/>
                  </a:lnTo>
                  <a:lnTo>
                    <a:pt x="3499" y="7409"/>
                  </a:lnTo>
                  <a:lnTo>
                    <a:pt x="3442" y="7440"/>
                  </a:lnTo>
                  <a:lnTo>
                    <a:pt x="3400" y="7409"/>
                  </a:lnTo>
                  <a:lnTo>
                    <a:pt x="3358" y="7393"/>
                  </a:lnTo>
                  <a:lnTo>
                    <a:pt x="3301" y="7378"/>
                  </a:lnTo>
                  <a:lnTo>
                    <a:pt x="3259" y="7393"/>
                  </a:lnTo>
                  <a:lnTo>
                    <a:pt x="3217" y="7409"/>
                  </a:lnTo>
                  <a:lnTo>
                    <a:pt x="3174" y="7409"/>
                  </a:lnTo>
                  <a:lnTo>
                    <a:pt x="3132" y="7393"/>
                  </a:lnTo>
                  <a:lnTo>
                    <a:pt x="3104" y="7362"/>
                  </a:lnTo>
                  <a:lnTo>
                    <a:pt x="3104" y="7315"/>
                  </a:lnTo>
                  <a:lnTo>
                    <a:pt x="3076" y="7299"/>
                  </a:lnTo>
                  <a:lnTo>
                    <a:pt x="3047" y="7284"/>
                  </a:lnTo>
                  <a:lnTo>
                    <a:pt x="3019" y="7284"/>
                  </a:lnTo>
                  <a:lnTo>
                    <a:pt x="2991" y="7284"/>
                  </a:lnTo>
                  <a:lnTo>
                    <a:pt x="2977" y="7268"/>
                  </a:lnTo>
                  <a:lnTo>
                    <a:pt x="2963" y="7237"/>
                  </a:lnTo>
                  <a:lnTo>
                    <a:pt x="2963" y="7221"/>
                  </a:lnTo>
                  <a:lnTo>
                    <a:pt x="2963" y="7190"/>
                  </a:lnTo>
                  <a:lnTo>
                    <a:pt x="2963" y="7064"/>
                  </a:lnTo>
                  <a:lnTo>
                    <a:pt x="2963" y="7033"/>
                  </a:lnTo>
                  <a:lnTo>
                    <a:pt x="2977" y="7002"/>
                  </a:lnTo>
                  <a:lnTo>
                    <a:pt x="2991" y="6970"/>
                  </a:lnTo>
                  <a:lnTo>
                    <a:pt x="3033" y="6970"/>
                  </a:lnTo>
                  <a:lnTo>
                    <a:pt x="3062" y="6939"/>
                  </a:lnTo>
                  <a:lnTo>
                    <a:pt x="3076" y="6908"/>
                  </a:lnTo>
                  <a:lnTo>
                    <a:pt x="3062" y="6908"/>
                  </a:lnTo>
                  <a:lnTo>
                    <a:pt x="3033" y="6892"/>
                  </a:lnTo>
                  <a:lnTo>
                    <a:pt x="3033" y="6861"/>
                  </a:lnTo>
                  <a:lnTo>
                    <a:pt x="3033" y="6767"/>
                  </a:lnTo>
                  <a:lnTo>
                    <a:pt x="3033" y="6735"/>
                  </a:lnTo>
                  <a:lnTo>
                    <a:pt x="3019" y="6720"/>
                  </a:lnTo>
                  <a:lnTo>
                    <a:pt x="3019" y="6704"/>
                  </a:lnTo>
                  <a:lnTo>
                    <a:pt x="3005" y="6688"/>
                  </a:lnTo>
                  <a:lnTo>
                    <a:pt x="2977" y="6704"/>
                  </a:lnTo>
                  <a:lnTo>
                    <a:pt x="2949" y="6720"/>
                  </a:lnTo>
                  <a:lnTo>
                    <a:pt x="2864" y="6751"/>
                  </a:lnTo>
                  <a:lnTo>
                    <a:pt x="2822" y="6767"/>
                  </a:lnTo>
                  <a:lnTo>
                    <a:pt x="2808" y="6798"/>
                  </a:lnTo>
                  <a:lnTo>
                    <a:pt x="2779" y="6845"/>
                  </a:lnTo>
                  <a:lnTo>
                    <a:pt x="2765" y="6908"/>
                  </a:lnTo>
                  <a:lnTo>
                    <a:pt x="2765" y="6970"/>
                  </a:lnTo>
                  <a:lnTo>
                    <a:pt x="2765" y="6986"/>
                  </a:lnTo>
                  <a:lnTo>
                    <a:pt x="2765" y="7049"/>
                  </a:lnTo>
                  <a:lnTo>
                    <a:pt x="2793" y="7096"/>
                  </a:lnTo>
                  <a:lnTo>
                    <a:pt x="2850" y="7190"/>
                  </a:lnTo>
                  <a:lnTo>
                    <a:pt x="2864" y="7221"/>
                  </a:lnTo>
                  <a:lnTo>
                    <a:pt x="2892" y="7284"/>
                  </a:lnTo>
                  <a:lnTo>
                    <a:pt x="2864" y="7331"/>
                  </a:lnTo>
                  <a:lnTo>
                    <a:pt x="2850" y="7378"/>
                  </a:lnTo>
                  <a:lnTo>
                    <a:pt x="2822" y="7472"/>
                  </a:lnTo>
                  <a:lnTo>
                    <a:pt x="2808" y="7503"/>
                  </a:lnTo>
                  <a:lnTo>
                    <a:pt x="2793" y="7503"/>
                  </a:lnTo>
                  <a:lnTo>
                    <a:pt x="2723" y="7503"/>
                  </a:lnTo>
                  <a:lnTo>
                    <a:pt x="2681" y="7518"/>
                  </a:lnTo>
                  <a:lnTo>
                    <a:pt x="2652" y="7518"/>
                  </a:lnTo>
                  <a:lnTo>
                    <a:pt x="2568" y="7550"/>
                  </a:lnTo>
                  <a:lnTo>
                    <a:pt x="2525" y="7565"/>
                  </a:lnTo>
                  <a:lnTo>
                    <a:pt x="2483" y="7597"/>
                  </a:lnTo>
                  <a:lnTo>
                    <a:pt x="2441" y="7644"/>
                  </a:lnTo>
                  <a:lnTo>
                    <a:pt x="2370" y="7769"/>
                  </a:lnTo>
                  <a:lnTo>
                    <a:pt x="2300" y="7863"/>
                  </a:lnTo>
                  <a:lnTo>
                    <a:pt x="2257" y="7894"/>
                  </a:lnTo>
                  <a:lnTo>
                    <a:pt x="2229" y="7926"/>
                  </a:lnTo>
                  <a:lnTo>
                    <a:pt x="2201" y="7973"/>
                  </a:lnTo>
                  <a:lnTo>
                    <a:pt x="2159" y="8020"/>
                  </a:lnTo>
                  <a:lnTo>
                    <a:pt x="2102" y="8098"/>
                  </a:lnTo>
                  <a:lnTo>
                    <a:pt x="2088" y="8145"/>
                  </a:lnTo>
                  <a:lnTo>
                    <a:pt x="2060" y="8192"/>
                  </a:lnTo>
                  <a:lnTo>
                    <a:pt x="2032" y="8208"/>
                  </a:lnTo>
                  <a:lnTo>
                    <a:pt x="1989" y="8223"/>
                  </a:lnTo>
                  <a:lnTo>
                    <a:pt x="1961" y="8255"/>
                  </a:lnTo>
                  <a:lnTo>
                    <a:pt x="1947" y="8302"/>
                  </a:lnTo>
                  <a:lnTo>
                    <a:pt x="1919" y="8333"/>
                  </a:lnTo>
                  <a:lnTo>
                    <a:pt x="1862" y="8349"/>
                  </a:lnTo>
                  <a:lnTo>
                    <a:pt x="1834" y="8349"/>
                  </a:lnTo>
                  <a:lnTo>
                    <a:pt x="1806" y="8349"/>
                  </a:lnTo>
                  <a:lnTo>
                    <a:pt x="1778" y="8317"/>
                  </a:lnTo>
                  <a:lnTo>
                    <a:pt x="1778" y="8286"/>
                  </a:lnTo>
                  <a:lnTo>
                    <a:pt x="1749" y="8286"/>
                  </a:lnTo>
                  <a:lnTo>
                    <a:pt x="1721" y="8286"/>
                  </a:lnTo>
                  <a:lnTo>
                    <a:pt x="1707" y="8317"/>
                  </a:lnTo>
                  <a:lnTo>
                    <a:pt x="1707" y="8396"/>
                  </a:lnTo>
                  <a:lnTo>
                    <a:pt x="1707" y="8427"/>
                  </a:lnTo>
                  <a:lnTo>
                    <a:pt x="1679" y="8427"/>
                  </a:lnTo>
                  <a:lnTo>
                    <a:pt x="1608" y="8427"/>
                  </a:lnTo>
                  <a:lnTo>
                    <a:pt x="1538" y="8427"/>
                  </a:lnTo>
                  <a:lnTo>
                    <a:pt x="1453" y="8458"/>
                  </a:lnTo>
                  <a:lnTo>
                    <a:pt x="1425" y="8474"/>
                  </a:lnTo>
                  <a:lnTo>
                    <a:pt x="1383" y="8505"/>
                  </a:lnTo>
                  <a:lnTo>
                    <a:pt x="1369" y="8552"/>
                  </a:lnTo>
                  <a:lnTo>
                    <a:pt x="1383" y="8584"/>
                  </a:lnTo>
                  <a:lnTo>
                    <a:pt x="1425" y="8615"/>
                  </a:lnTo>
                  <a:lnTo>
                    <a:pt x="1453" y="8631"/>
                  </a:lnTo>
                  <a:lnTo>
                    <a:pt x="1510" y="8662"/>
                  </a:lnTo>
                  <a:lnTo>
                    <a:pt x="1566" y="8662"/>
                  </a:lnTo>
                  <a:lnTo>
                    <a:pt x="1594" y="8662"/>
                  </a:lnTo>
                  <a:lnTo>
                    <a:pt x="1622" y="8678"/>
                  </a:lnTo>
                  <a:lnTo>
                    <a:pt x="1651" y="8693"/>
                  </a:lnTo>
                  <a:lnTo>
                    <a:pt x="1651" y="8740"/>
                  </a:lnTo>
                  <a:lnTo>
                    <a:pt x="1679" y="8772"/>
                  </a:lnTo>
                  <a:lnTo>
                    <a:pt x="1707" y="8819"/>
                  </a:lnTo>
                  <a:lnTo>
                    <a:pt x="1707" y="8881"/>
                  </a:lnTo>
                  <a:lnTo>
                    <a:pt x="1707" y="8913"/>
                  </a:lnTo>
                  <a:lnTo>
                    <a:pt x="1721" y="8944"/>
                  </a:lnTo>
                  <a:lnTo>
                    <a:pt x="1749" y="8975"/>
                  </a:lnTo>
                  <a:lnTo>
                    <a:pt x="1778" y="8991"/>
                  </a:lnTo>
                  <a:lnTo>
                    <a:pt x="1778" y="9038"/>
                  </a:lnTo>
                  <a:lnTo>
                    <a:pt x="1778" y="9054"/>
                  </a:lnTo>
                  <a:lnTo>
                    <a:pt x="1764" y="9179"/>
                  </a:lnTo>
                  <a:lnTo>
                    <a:pt x="1721" y="9367"/>
                  </a:lnTo>
                  <a:lnTo>
                    <a:pt x="1707" y="9429"/>
                  </a:lnTo>
                  <a:lnTo>
                    <a:pt x="1651" y="9414"/>
                  </a:lnTo>
                  <a:lnTo>
                    <a:pt x="1354" y="9351"/>
                  </a:lnTo>
                  <a:lnTo>
                    <a:pt x="1242" y="9351"/>
                  </a:lnTo>
                  <a:lnTo>
                    <a:pt x="1143" y="9351"/>
                  </a:lnTo>
                  <a:lnTo>
                    <a:pt x="1058" y="9351"/>
                  </a:lnTo>
                  <a:lnTo>
                    <a:pt x="988" y="9351"/>
                  </a:lnTo>
                  <a:lnTo>
                    <a:pt x="945" y="9367"/>
                  </a:lnTo>
                  <a:lnTo>
                    <a:pt x="917" y="9382"/>
                  </a:lnTo>
                  <a:lnTo>
                    <a:pt x="903" y="9429"/>
                  </a:lnTo>
                  <a:lnTo>
                    <a:pt x="903" y="9492"/>
                  </a:lnTo>
                  <a:lnTo>
                    <a:pt x="931" y="9602"/>
                  </a:lnTo>
                  <a:lnTo>
                    <a:pt x="945" y="9664"/>
                  </a:lnTo>
                  <a:lnTo>
                    <a:pt x="917" y="9664"/>
                  </a:lnTo>
                  <a:lnTo>
                    <a:pt x="903" y="9664"/>
                  </a:lnTo>
                  <a:lnTo>
                    <a:pt x="903" y="9680"/>
                  </a:lnTo>
                  <a:lnTo>
                    <a:pt x="903" y="9711"/>
                  </a:lnTo>
                  <a:lnTo>
                    <a:pt x="931" y="9758"/>
                  </a:lnTo>
                  <a:lnTo>
                    <a:pt x="945" y="9821"/>
                  </a:lnTo>
                  <a:lnTo>
                    <a:pt x="945" y="9884"/>
                  </a:lnTo>
                  <a:lnTo>
                    <a:pt x="945" y="9899"/>
                  </a:lnTo>
                  <a:lnTo>
                    <a:pt x="945" y="9962"/>
                  </a:lnTo>
                  <a:lnTo>
                    <a:pt x="931" y="10025"/>
                  </a:lnTo>
                  <a:lnTo>
                    <a:pt x="903" y="10072"/>
                  </a:lnTo>
                  <a:lnTo>
                    <a:pt x="903" y="10119"/>
                  </a:lnTo>
                  <a:lnTo>
                    <a:pt x="917" y="10166"/>
                  </a:lnTo>
                  <a:lnTo>
                    <a:pt x="945" y="10213"/>
                  </a:lnTo>
                  <a:lnTo>
                    <a:pt x="945" y="10260"/>
                  </a:lnTo>
                  <a:lnTo>
                    <a:pt x="945" y="10291"/>
                  </a:lnTo>
                  <a:lnTo>
                    <a:pt x="959" y="10307"/>
                  </a:lnTo>
                  <a:lnTo>
                    <a:pt x="973" y="10338"/>
                  </a:lnTo>
                  <a:lnTo>
                    <a:pt x="988" y="10354"/>
                  </a:lnTo>
                  <a:lnTo>
                    <a:pt x="1002" y="10354"/>
                  </a:lnTo>
                  <a:lnTo>
                    <a:pt x="1030" y="10354"/>
                  </a:lnTo>
                  <a:lnTo>
                    <a:pt x="1086" y="10354"/>
                  </a:lnTo>
                  <a:lnTo>
                    <a:pt x="1129" y="10354"/>
                  </a:lnTo>
                  <a:lnTo>
                    <a:pt x="1157" y="10354"/>
                  </a:lnTo>
                  <a:lnTo>
                    <a:pt x="1199" y="10385"/>
                  </a:lnTo>
                  <a:lnTo>
                    <a:pt x="1256" y="10448"/>
                  </a:lnTo>
                  <a:lnTo>
                    <a:pt x="1298" y="10479"/>
                  </a:lnTo>
                  <a:lnTo>
                    <a:pt x="1354" y="10479"/>
                  </a:lnTo>
                  <a:lnTo>
                    <a:pt x="1453" y="10448"/>
                  </a:lnTo>
                  <a:lnTo>
                    <a:pt x="1552" y="10401"/>
                  </a:lnTo>
                  <a:lnTo>
                    <a:pt x="1651" y="10369"/>
                  </a:lnTo>
                  <a:lnTo>
                    <a:pt x="1707" y="10338"/>
                  </a:lnTo>
                  <a:lnTo>
                    <a:pt x="1735" y="10291"/>
                  </a:lnTo>
                  <a:lnTo>
                    <a:pt x="1749" y="10244"/>
                  </a:lnTo>
                  <a:lnTo>
                    <a:pt x="1820" y="10150"/>
                  </a:lnTo>
                  <a:lnTo>
                    <a:pt x="1876" y="10087"/>
                  </a:lnTo>
                  <a:lnTo>
                    <a:pt x="1905" y="10040"/>
                  </a:lnTo>
                  <a:lnTo>
                    <a:pt x="1919" y="9993"/>
                  </a:lnTo>
                  <a:lnTo>
                    <a:pt x="1933" y="9899"/>
                  </a:lnTo>
                  <a:lnTo>
                    <a:pt x="1975" y="9790"/>
                  </a:lnTo>
                  <a:lnTo>
                    <a:pt x="1989" y="9743"/>
                  </a:lnTo>
                  <a:lnTo>
                    <a:pt x="2032" y="9696"/>
                  </a:lnTo>
                  <a:lnTo>
                    <a:pt x="2144" y="9617"/>
                  </a:lnTo>
                  <a:lnTo>
                    <a:pt x="2187" y="9586"/>
                  </a:lnTo>
                  <a:lnTo>
                    <a:pt x="2229" y="9523"/>
                  </a:lnTo>
                  <a:lnTo>
                    <a:pt x="2243" y="9492"/>
                  </a:lnTo>
                  <a:lnTo>
                    <a:pt x="2271" y="9445"/>
                  </a:lnTo>
                  <a:lnTo>
                    <a:pt x="2300" y="9429"/>
                  </a:lnTo>
                  <a:lnTo>
                    <a:pt x="2398" y="9429"/>
                  </a:lnTo>
                  <a:lnTo>
                    <a:pt x="2413" y="9429"/>
                  </a:lnTo>
                  <a:lnTo>
                    <a:pt x="2469" y="9414"/>
                  </a:lnTo>
                  <a:lnTo>
                    <a:pt x="2525" y="9398"/>
                  </a:lnTo>
                  <a:lnTo>
                    <a:pt x="2638" y="9304"/>
                  </a:lnTo>
                  <a:lnTo>
                    <a:pt x="2681" y="9288"/>
                  </a:lnTo>
                  <a:lnTo>
                    <a:pt x="2723" y="9273"/>
                  </a:lnTo>
                  <a:lnTo>
                    <a:pt x="2751" y="9257"/>
                  </a:lnTo>
                  <a:lnTo>
                    <a:pt x="2793" y="9241"/>
                  </a:lnTo>
                  <a:lnTo>
                    <a:pt x="2836" y="9226"/>
                  </a:lnTo>
                  <a:lnTo>
                    <a:pt x="2878" y="9226"/>
                  </a:lnTo>
                  <a:lnTo>
                    <a:pt x="2906" y="9241"/>
                  </a:lnTo>
                  <a:lnTo>
                    <a:pt x="2963" y="9288"/>
                  </a:lnTo>
                  <a:lnTo>
                    <a:pt x="2991" y="9335"/>
                  </a:lnTo>
                  <a:lnTo>
                    <a:pt x="3076" y="9461"/>
                  </a:lnTo>
                  <a:lnTo>
                    <a:pt x="3132" y="9555"/>
                  </a:lnTo>
                  <a:lnTo>
                    <a:pt x="3146" y="9602"/>
                  </a:lnTo>
                  <a:lnTo>
                    <a:pt x="3174" y="9649"/>
                  </a:lnTo>
                  <a:lnTo>
                    <a:pt x="3217" y="9680"/>
                  </a:lnTo>
                  <a:lnTo>
                    <a:pt x="3400" y="9790"/>
                  </a:lnTo>
                  <a:lnTo>
                    <a:pt x="3442" y="9821"/>
                  </a:lnTo>
                  <a:lnTo>
                    <a:pt x="3471" y="9868"/>
                  </a:lnTo>
                  <a:lnTo>
                    <a:pt x="3541" y="9978"/>
                  </a:lnTo>
                  <a:lnTo>
                    <a:pt x="3569" y="10040"/>
                  </a:lnTo>
                  <a:lnTo>
                    <a:pt x="3569" y="10103"/>
                  </a:lnTo>
                  <a:lnTo>
                    <a:pt x="3569" y="10213"/>
                  </a:lnTo>
                  <a:lnTo>
                    <a:pt x="3569" y="10275"/>
                  </a:lnTo>
                  <a:lnTo>
                    <a:pt x="3584" y="10307"/>
                  </a:lnTo>
                  <a:lnTo>
                    <a:pt x="3598" y="10307"/>
                  </a:lnTo>
                  <a:lnTo>
                    <a:pt x="3612" y="10307"/>
                  </a:lnTo>
                  <a:lnTo>
                    <a:pt x="3626" y="10275"/>
                  </a:lnTo>
                  <a:lnTo>
                    <a:pt x="3654" y="10197"/>
                  </a:lnTo>
                  <a:lnTo>
                    <a:pt x="3682" y="10134"/>
                  </a:lnTo>
                  <a:lnTo>
                    <a:pt x="3696" y="10087"/>
                  </a:lnTo>
                  <a:lnTo>
                    <a:pt x="3711" y="10040"/>
                  </a:lnTo>
                  <a:lnTo>
                    <a:pt x="3725" y="9978"/>
                  </a:lnTo>
                  <a:lnTo>
                    <a:pt x="3725" y="9946"/>
                  </a:lnTo>
                  <a:lnTo>
                    <a:pt x="3725" y="9931"/>
                  </a:lnTo>
                  <a:lnTo>
                    <a:pt x="3739" y="9915"/>
                  </a:lnTo>
                  <a:lnTo>
                    <a:pt x="3753" y="9915"/>
                  </a:lnTo>
                  <a:lnTo>
                    <a:pt x="3767" y="9915"/>
                  </a:lnTo>
                  <a:lnTo>
                    <a:pt x="3809" y="9931"/>
                  </a:lnTo>
                  <a:lnTo>
                    <a:pt x="3894" y="9962"/>
                  </a:lnTo>
                  <a:lnTo>
                    <a:pt x="3908" y="9962"/>
                  </a:lnTo>
                  <a:lnTo>
                    <a:pt x="3908" y="9946"/>
                  </a:lnTo>
                  <a:lnTo>
                    <a:pt x="3894" y="9915"/>
                  </a:lnTo>
                  <a:lnTo>
                    <a:pt x="3767" y="9774"/>
                  </a:lnTo>
                  <a:lnTo>
                    <a:pt x="3668" y="9711"/>
                  </a:lnTo>
                  <a:lnTo>
                    <a:pt x="3640" y="9680"/>
                  </a:lnTo>
                  <a:lnTo>
                    <a:pt x="3555" y="9617"/>
                  </a:lnTo>
                  <a:lnTo>
                    <a:pt x="3485" y="9523"/>
                  </a:lnTo>
                  <a:lnTo>
                    <a:pt x="3414" y="9398"/>
                  </a:lnTo>
                  <a:lnTo>
                    <a:pt x="3358" y="9304"/>
                  </a:lnTo>
                  <a:lnTo>
                    <a:pt x="3330" y="9257"/>
                  </a:lnTo>
                  <a:lnTo>
                    <a:pt x="3315" y="9194"/>
                  </a:lnTo>
                  <a:lnTo>
                    <a:pt x="3301" y="9132"/>
                  </a:lnTo>
                  <a:lnTo>
                    <a:pt x="3301" y="9116"/>
                  </a:lnTo>
                  <a:lnTo>
                    <a:pt x="3315" y="9069"/>
                  </a:lnTo>
                  <a:lnTo>
                    <a:pt x="3344" y="9054"/>
                  </a:lnTo>
                  <a:lnTo>
                    <a:pt x="3372" y="9038"/>
                  </a:lnTo>
                  <a:lnTo>
                    <a:pt x="3400" y="9054"/>
                  </a:lnTo>
                  <a:lnTo>
                    <a:pt x="3442" y="9054"/>
                  </a:lnTo>
                  <a:lnTo>
                    <a:pt x="3499" y="9101"/>
                  </a:lnTo>
                  <a:lnTo>
                    <a:pt x="3541" y="9147"/>
                  </a:lnTo>
                  <a:lnTo>
                    <a:pt x="3584" y="9210"/>
                  </a:lnTo>
                  <a:lnTo>
                    <a:pt x="3598" y="9257"/>
                  </a:lnTo>
                  <a:lnTo>
                    <a:pt x="3640" y="9367"/>
                  </a:lnTo>
                  <a:lnTo>
                    <a:pt x="3668" y="9429"/>
                  </a:lnTo>
                  <a:lnTo>
                    <a:pt x="3696" y="9461"/>
                  </a:lnTo>
                  <a:lnTo>
                    <a:pt x="3809" y="9555"/>
                  </a:lnTo>
                  <a:lnTo>
                    <a:pt x="3866" y="9586"/>
                  </a:lnTo>
                  <a:lnTo>
                    <a:pt x="3894" y="9633"/>
                  </a:lnTo>
                  <a:lnTo>
                    <a:pt x="3950" y="9696"/>
                  </a:lnTo>
                  <a:lnTo>
                    <a:pt x="3979" y="9743"/>
                  </a:lnTo>
                  <a:lnTo>
                    <a:pt x="3993" y="9774"/>
                  </a:lnTo>
                  <a:lnTo>
                    <a:pt x="4021" y="9868"/>
                  </a:lnTo>
                  <a:lnTo>
                    <a:pt x="4035" y="9915"/>
                  </a:lnTo>
                  <a:lnTo>
                    <a:pt x="4063" y="9962"/>
                  </a:lnTo>
                  <a:lnTo>
                    <a:pt x="4091" y="10025"/>
                  </a:lnTo>
                  <a:lnTo>
                    <a:pt x="4120" y="10072"/>
                  </a:lnTo>
                  <a:lnTo>
                    <a:pt x="4148" y="10103"/>
                  </a:lnTo>
                  <a:lnTo>
                    <a:pt x="4190" y="10119"/>
                  </a:lnTo>
                  <a:lnTo>
                    <a:pt x="4218" y="10119"/>
                  </a:lnTo>
                  <a:lnTo>
                    <a:pt x="4247" y="10134"/>
                  </a:lnTo>
                  <a:lnTo>
                    <a:pt x="4247" y="10150"/>
                  </a:lnTo>
                  <a:lnTo>
                    <a:pt x="4247" y="10166"/>
                  </a:lnTo>
                  <a:lnTo>
                    <a:pt x="4218" y="10213"/>
                  </a:lnTo>
                  <a:lnTo>
                    <a:pt x="4204" y="10260"/>
                  </a:lnTo>
                  <a:lnTo>
                    <a:pt x="4204" y="10291"/>
                  </a:lnTo>
                  <a:lnTo>
                    <a:pt x="4218" y="10338"/>
                  </a:lnTo>
                  <a:lnTo>
                    <a:pt x="4261" y="10385"/>
                  </a:lnTo>
                  <a:lnTo>
                    <a:pt x="4289" y="10401"/>
                  </a:lnTo>
                  <a:lnTo>
                    <a:pt x="4345" y="10416"/>
                  </a:lnTo>
                  <a:lnTo>
                    <a:pt x="4374" y="10385"/>
                  </a:lnTo>
                  <a:lnTo>
                    <a:pt x="4402" y="10354"/>
                  </a:lnTo>
                  <a:lnTo>
                    <a:pt x="4416" y="10307"/>
                  </a:lnTo>
                  <a:lnTo>
                    <a:pt x="4430" y="10275"/>
                  </a:lnTo>
                  <a:lnTo>
                    <a:pt x="4458" y="10244"/>
                  </a:lnTo>
                  <a:lnTo>
                    <a:pt x="4501" y="10228"/>
                  </a:lnTo>
                  <a:lnTo>
                    <a:pt x="4515" y="10213"/>
                  </a:lnTo>
                  <a:lnTo>
                    <a:pt x="4529" y="10197"/>
                  </a:lnTo>
                  <a:lnTo>
                    <a:pt x="4515" y="10181"/>
                  </a:lnTo>
                  <a:lnTo>
                    <a:pt x="4515" y="10150"/>
                  </a:lnTo>
                  <a:lnTo>
                    <a:pt x="4458" y="10087"/>
                  </a:lnTo>
                  <a:lnTo>
                    <a:pt x="4430" y="10040"/>
                  </a:lnTo>
                  <a:lnTo>
                    <a:pt x="4416" y="10009"/>
                  </a:lnTo>
                  <a:lnTo>
                    <a:pt x="4402" y="9962"/>
                  </a:lnTo>
                  <a:lnTo>
                    <a:pt x="4374" y="9931"/>
                  </a:lnTo>
                  <a:lnTo>
                    <a:pt x="4374" y="9915"/>
                  </a:lnTo>
                  <a:lnTo>
                    <a:pt x="4374" y="9899"/>
                  </a:lnTo>
                  <a:lnTo>
                    <a:pt x="4402" y="9868"/>
                  </a:lnTo>
                  <a:lnTo>
                    <a:pt x="4501" y="9837"/>
                  </a:lnTo>
                  <a:lnTo>
                    <a:pt x="4599" y="9821"/>
                  </a:lnTo>
                  <a:lnTo>
                    <a:pt x="4628" y="9821"/>
                  </a:lnTo>
                  <a:lnTo>
                    <a:pt x="4684" y="9821"/>
                  </a:lnTo>
                  <a:lnTo>
                    <a:pt x="4712" y="9868"/>
                  </a:lnTo>
                  <a:lnTo>
                    <a:pt x="4726" y="9915"/>
                  </a:lnTo>
                  <a:lnTo>
                    <a:pt x="4755" y="9962"/>
                  </a:lnTo>
                  <a:lnTo>
                    <a:pt x="4783" y="10025"/>
                  </a:lnTo>
                  <a:lnTo>
                    <a:pt x="4797" y="10056"/>
                  </a:lnTo>
                  <a:lnTo>
                    <a:pt x="4853" y="10181"/>
                  </a:lnTo>
                  <a:lnTo>
                    <a:pt x="4867" y="10213"/>
                  </a:lnTo>
                  <a:lnTo>
                    <a:pt x="4924" y="10322"/>
                  </a:lnTo>
                  <a:lnTo>
                    <a:pt x="4938" y="10369"/>
                  </a:lnTo>
                  <a:lnTo>
                    <a:pt x="4966" y="10401"/>
                  </a:lnTo>
                  <a:lnTo>
                    <a:pt x="5023" y="10416"/>
                  </a:lnTo>
                  <a:lnTo>
                    <a:pt x="5178" y="10416"/>
                  </a:lnTo>
                  <a:lnTo>
                    <a:pt x="5277" y="10416"/>
                  </a:lnTo>
                  <a:lnTo>
                    <a:pt x="5361" y="10448"/>
                  </a:lnTo>
                  <a:lnTo>
                    <a:pt x="5460" y="10479"/>
                  </a:lnTo>
                  <a:lnTo>
                    <a:pt x="5516" y="10479"/>
                  </a:lnTo>
                  <a:lnTo>
                    <a:pt x="5559" y="10479"/>
                  </a:lnTo>
                  <a:lnTo>
                    <a:pt x="5601" y="10448"/>
                  </a:lnTo>
                  <a:lnTo>
                    <a:pt x="5657" y="10432"/>
                  </a:lnTo>
                  <a:lnTo>
                    <a:pt x="5700" y="10448"/>
                  </a:lnTo>
                  <a:lnTo>
                    <a:pt x="5742" y="10479"/>
                  </a:lnTo>
                  <a:lnTo>
                    <a:pt x="5784" y="10495"/>
                  </a:lnTo>
                  <a:lnTo>
                    <a:pt x="5813" y="10557"/>
                  </a:lnTo>
                  <a:lnTo>
                    <a:pt x="5827" y="10604"/>
                  </a:lnTo>
                  <a:lnTo>
                    <a:pt x="5841" y="10651"/>
                  </a:lnTo>
                  <a:lnTo>
                    <a:pt x="5841" y="10714"/>
                  </a:lnTo>
                  <a:lnTo>
                    <a:pt x="5742" y="10980"/>
                  </a:lnTo>
                  <a:lnTo>
                    <a:pt x="5714" y="11027"/>
                  </a:lnTo>
                  <a:lnTo>
                    <a:pt x="5686" y="11043"/>
                  </a:lnTo>
                  <a:lnTo>
                    <a:pt x="5657" y="11058"/>
                  </a:lnTo>
                  <a:lnTo>
                    <a:pt x="5629" y="11090"/>
                  </a:lnTo>
                  <a:lnTo>
                    <a:pt x="5615" y="11137"/>
                  </a:lnTo>
                  <a:lnTo>
                    <a:pt x="5587" y="11184"/>
                  </a:lnTo>
                  <a:lnTo>
                    <a:pt x="5545" y="11231"/>
                  </a:lnTo>
                  <a:lnTo>
                    <a:pt x="5502" y="11262"/>
                  </a:lnTo>
                  <a:lnTo>
                    <a:pt x="5460" y="11262"/>
                  </a:lnTo>
                  <a:lnTo>
                    <a:pt x="5361" y="11262"/>
                  </a:lnTo>
                  <a:lnTo>
                    <a:pt x="5319" y="11262"/>
                  </a:lnTo>
                  <a:lnTo>
                    <a:pt x="5277" y="11231"/>
                  </a:lnTo>
                  <a:lnTo>
                    <a:pt x="5234" y="11199"/>
                  </a:lnTo>
                  <a:lnTo>
                    <a:pt x="5178" y="11199"/>
                  </a:lnTo>
                  <a:lnTo>
                    <a:pt x="5023" y="11246"/>
                  </a:lnTo>
                  <a:lnTo>
                    <a:pt x="4966" y="11262"/>
                  </a:lnTo>
                  <a:lnTo>
                    <a:pt x="4910" y="11246"/>
                  </a:lnTo>
                  <a:lnTo>
                    <a:pt x="4811" y="11215"/>
                  </a:lnTo>
                  <a:lnTo>
                    <a:pt x="4698" y="11184"/>
                  </a:lnTo>
                  <a:lnTo>
                    <a:pt x="4670" y="11184"/>
                  </a:lnTo>
                  <a:lnTo>
                    <a:pt x="4628" y="11184"/>
                  </a:lnTo>
                  <a:lnTo>
                    <a:pt x="4585" y="11152"/>
                  </a:lnTo>
                  <a:lnTo>
                    <a:pt x="4501" y="11090"/>
                  </a:lnTo>
                  <a:lnTo>
                    <a:pt x="4458" y="11058"/>
                  </a:lnTo>
                  <a:lnTo>
                    <a:pt x="4416" y="11043"/>
                  </a:lnTo>
                  <a:lnTo>
                    <a:pt x="4360" y="11043"/>
                  </a:lnTo>
                  <a:lnTo>
                    <a:pt x="4331" y="11043"/>
                  </a:lnTo>
                  <a:lnTo>
                    <a:pt x="4218" y="11058"/>
                  </a:lnTo>
                  <a:lnTo>
                    <a:pt x="4120" y="11090"/>
                  </a:lnTo>
                  <a:lnTo>
                    <a:pt x="4077" y="11121"/>
                  </a:lnTo>
                  <a:lnTo>
                    <a:pt x="4063" y="11184"/>
                  </a:lnTo>
                  <a:lnTo>
                    <a:pt x="4063" y="11199"/>
                  </a:lnTo>
                  <a:lnTo>
                    <a:pt x="4049" y="11262"/>
                  </a:lnTo>
                  <a:lnTo>
                    <a:pt x="4021" y="11293"/>
                  </a:lnTo>
                  <a:lnTo>
                    <a:pt x="3908" y="11325"/>
                  </a:lnTo>
                  <a:lnTo>
                    <a:pt x="3866" y="11325"/>
                  </a:lnTo>
                  <a:lnTo>
                    <a:pt x="3823" y="11293"/>
                  </a:lnTo>
                  <a:lnTo>
                    <a:pt x="3767" y="11231"/>
                  </a:lnTo>
                  <a:lnTo>
                    <a:pt x="3682" y="11152"/>
                  </a:lnTo>
                  <a:lnTo>
                    <a:pt x="3612" y="11074"/>
                  </a:lnTo>
                  <a:lnTo>
                    <a:pt x="3584" y="11043"/>
                  </a:lnTo>
                  <a:lnTo>
                    <a:pt x="3527" y="11043"/>
                  </a:lnTo>
                  <a:lnTo>
                    <a:pt x="3358" y="11043"/>
                  </a:lnTo>
                  <a:lnTo>
                    <a:pt x="3315" y="11027"/>
                  </a:lnTo>
                  <a:lnTo>
                    <a:pt x="3259" y="11011"/>
                  </a:lnTo>
                  <a:lnTo>
                    <a:pt x="3217" y="10996"/>
                  </a:lnTo>
                  <a:lnTo>
                    <a:pt x="3118" y="10933"/>
                  </a:lnTo>
                  <a:lnTo>
                    <a:pt x="3076" y="10917"/>
                  </a:lnTo>
                  <a:lnTo>
                    <a:pt x="2991" y="10855"/>
                  </a:lnTo>
                  <a:lnTo>
                    <a:pt x="2977" y="10808"/>
                  </a:lnTo>
                  <a:lnTo>
                    <a:pt x="2991" y="10761"/>
                  </a:lnTo>
                  <a:lnTo>
                    <a:pt x="3062" y="10636"/>
                  </a:lnTo>
                  <a:lnTo>
                    <a:pt x="3076" y="10573"/>
                  </a:lnTo>
                  <a:lnTo>
                    <a:pt x="3076" y="10526"/>
                  </a:lnTo>
                  <a:lnTo>
                    <a:pt x="3062" y="10479"/>
                  </a:lnTo>
                  <a:lnTo>
                    <a:pt x="3019" y="10432"/>
                  </a:lnTo>
                  <a:lnTo>
                    <a:pt x="2977" y="10401"/>
                  </a:lnTo>
                  <a:lnTo>
                    <a:pt x="2949" y="10385"/>
                  </a:lnTo>
                  <a:lnTo>
                    <a:pt x="2864" y="10354"/>
                  </a:lnTo>
                  <a:lnTo>
                    <a:pt x="2836" y="10354"/>
                  </a:lnTo>
                  <a:lnTo>
                    <a:pt x="2822" y="10369"/>
                  </a:lnTo>
                  <a:lnTo>
                    <a:pt x="2822" y="10401"/>
                  </a:lnTo>
                  <a:lnTo>
                    <a:pt x="2822" y="10369"/>
                  </a:lnTo>
                  <a:lnTo>
                    <a:pt x="2808" y="10369"/>
                  </a:lnTo>
                  <a:lnTo>
                    <a:pt x="2793" y="10385"/>
                  </a:lnTo>
                  <a:lnTo>
                    <a:pt x="2751" y="10416"/>
                  </a:lnTo>
                  <a:lnTo>
                    <a:pt x="2695" y="10432"/>
                  </a:lnTo>
                  <a:lnTo>
                    <a:pt x="2666" y="10432"/>
                  </a:lnTo>
                  <a:lnTo>
                    <a:pt x="2554" y="10432"/>
                  </a:lnTo>
                  <a:lnTo>
                    <a:pt x="2257" y="10432"/>
                  </a:lnTo>
                  <a:lnTo>
                    <a:pt x="2201" y="10432"/>
                  </a:lnTo>
                  <a:lnTo>
                    <a:pt x="2144" y="10448"/>
                  </a:lnTo>
                  <a:lnTo>
                    <a:pt x="1905" y="10557"/>
                  </a:lnTo>
                  <a:lnTo>
                    <a:pt x="1792" y="10604"/>
                  </a:lnTo>
                  <a:lnTo>
                    <a:pt x="1764" y="10636"/>
                  </a:lnTo>
                  <a:lnTo>
                    <a:pt x="1721" y="10651"/>
                  </a:lnTo>
                  <a:lnTo>
                    <a:pt x="1707" y="10667"/>
                  </a:lnTo>
                  <a:lnTo>
                    <a:pt x="1707" y="10683"/>
                  </a:lnTo>
                  <a:lnTo>
                    <a:pt x="1707" y="10667"/>
                  </a:lnTo>
                  <a:lnTo>
                    <a:pt x="1693" y="10667"/>
                  </a:lnTo>
                  <a:lnTo>
                    <a:pt x="1679" y="10651"/>
                  </a:lnTo>
                  <a:lnTo>
                    <a:pt x="1580" y="10651"/>
                  </a:lnTo>
                  <a:lnTo>
                    <a:pt x="1552" y="10651"/>
                  </a:lnTo>
                  <a:lnTo>
                    <a:pt x="1467" y="10651"/>
                  </a:lnTo>
                  <a:lnTo>
                    <a:pt x="1383" y="10620"/>
                  </a:lnTo>
                  <a:lnTo>
                    <a:pt x="1340" y="10604"/>
                  </a:lnTo>
                  <a:lnTo>
                    <a:pt x="1326" y="10604"/>
                  </a:lnTo>
                  <a:lnTo>
                    <a:pt x="1298" y="10604"/>
                  </a:lnTo>
                  <a:lnTo>
                    <a:pt x="1284" y="10620"/>
                  </a:lnTo>
                  <a:lnTo>
                    <a:pt x="1270" y="10636"/>
                  </a:lnTo>
                  <a:lnTo>
                    <a:pt x="1185" y="10761"/>
                  </a:lnTo>
                  <a:lnTo>
                    <a:pt x="1115" y="10855"/>
                  </a:lnTo>
                  <a:lnTo>
                    <a:pt x="1058" y="10917"/>
                  </a:lnTo>
                  <a:lnTo>
                    <a:pt x="988" y="11011"/>
                  </a:lnTo>
                  <a:lnTo>
                    <a:pt x="917" y="11137"/>
                  </a:lnTo>
                  <a:lnTo>
                    <a:pt x="861" y="11246"/>
                  </a:lnTo>
                  <a:lnTo>
                    <a:pt x="818" y="11434"/>
                  </a:lnTo>
                  <a:lnTo>
                    <a:pt x="804" y="11481"/>
                  </a:lnTo>
                  <a:lnTo>
                    <a:pt x="762" y="11528"/>
                  </a:lnTo>
                  <a:lnTo>
                    <a:pt x="578" y="11622"/>
                  </a:lnTo>
                  <a:lnTo>
                    <a:pt x="494" y="11685"/>
                  </a:lnTo>
                  <a:lnTo>
                    <a:pt x="466" y="11732"/>
                  </a:lnTo>
                  <a:lnTo>
                    <a:pt x="437" y="11763"/>
                  </a:lnTo>
                  <a:lnTo>
                    <a:pt x="367" y="11857"/>
                  </a:lnTo>
                  <a:lnTo>
                    <a:pt x="226" y="12139"/>
                  </a:lnTo>
                  <a:lnTo>
                    <a:pt x="169" y="12249"/>
                  </a:lnTo>
                  <a:lnTo>
                    <a:pt x="85" y="12515"/>
                  </a:lnTo>
                  <a:lnTo>
                    <a:pt x="56" y="12578"/>
                  </a:lnTo>
                  <a:lnTo>
                    <a:pt x="71" y="12640"/>
                  </a:lnTo>
                  <a:lnTo>
                    <a:pt x="113" y="12734"/>
                  </a:lnTo>
                  <a:lnTo>
                    <a:pt x="127" y="12860"/>
                  </a:lnTo>
                  <a:lnTo>
                    <a:pt x="127" y="13048"/>
                  </a:lnTo>
                  <a:lnTo>
                    <a:pt x="113" y="13095"/>
                  </a:lnTo>
                  <a:lnTo>
                    <a:pt x="85" y="13142"/>
                  </a:lnTo>
                  <a:lnTo>
                    <a:pt x="56" y="13189"/>
                  </a:lnTo>
                  <a:lnTo>
                    <a:pt x="42" y="13251"/>
                  </a:lnTo>
                  <a:lnTo>
                    <a:pt x="0" y="13361"/>
                  </a:lnTo>
                  <a:lnTo>
                    <a:pt x="0" y="13408"/>
                  </a:lnTo>
                  <a:lnTo>
                    <a:pt x="0" y="13471"/>
                  </a:lnTo>
                  <a:lnTo>
                    <a:pt x="42" y="13659"/>
                  </a:lnTo>
                  <a:lnTo>
                    <a:pt x="56" y="13706"/>
                  </a:lnTo>
                  <a:lnTo>
                    <a:pt x="85" y="13721"/>
                  </a:lnTo>
                  <a:lnTo>
                    <a:pt x="127" y="13721"/>
                  </a:lnTo>
                  <a:lnTo>
                    <a:pt x="141" y="13721"/>
                  </a:lnTo>
                  <a:lnTo>
                    <a:pt x="127" y="13721"/>
                  </a:lnTo>
                  <a:lnTo>
                    <a:pt x="141" y="13784"/>
                  </a:lnTo>
                  <a:lnTo>
                    <a:pt x="169" y="13815"/>
                  </a:lnTo>
                  <a:lnTo>
                    <a:pt x="183" y="13847"/>
                  </a:lnTo>
                  <a:lnTo>
                    <a:pt x="212" y="13862"/>
                  </a:lnTo>
                  <a:lnTo>
                    <a:pt x="226" y="13847"/>
                  </a:lnTo>
                  <a:lnTo>
                    <a:pt x="212" y="13862"/>
                  </a:lnTo>
                  <a:lnTo>
                    <a:pt x="212" y="13878"/>
                  </a:lnTo>
                  <a:lnTo>
                    <a:pt x="226" y="13878"/>
                  </a:lnTo>
                  <a:lnTo>
                    <a:pt x="254" y="13894"/>
                  </a:lnTo>
                  <a:lnTo>
                    <a:pt x="282" y="13925"/>
                  </a:lnTo>
                  <a:lnTo>
                    <a:pt x="367" y="14128"/>
                  </a:lnTo>
                  <a:lnTo>
                    <a:pt x="395" y="14175"/>
                  </a:lnTo>
                  <a:lnTo>
                    <a:pt x="423" y="14222"/>
                  </a:lnTo>
                  <a:lnTo>
                    <a:pt x="508" y="14285"/>
                  </a:lnTo>
                  <a:lnTo>
                    <a:pt x="593" y="14348"/>
                  </a:lnTo>
                  <a:lnTo>
                    <a:pt x="663" y="14395"/>
                  </a:lnTo>
                  <a:lnTo>
                    <a:pt x="720" y="14442"/>
                  </a:lnTo>
                  <a:lnTo>
                    <a:pt x="903" y="14598"/>
                  </a:lnTo>
                  <a:lnTo>
                    <a:pt x="959" y="14630"/>
                  </a:lnTo>
                  <a:lnTo>
                    <a:pt x="1002" y="14645"/>
                  </a:lnTo>
                  <a:lnTo>
                    <a:pt x="1030" y="14645"/>
                  </a:lnTo>
                  <a:lnTo>
                    <a:pt x="1072" y="14630"/>
                  </a:lnTo>
                  <a:lnTo>
                    <a:pt x="1086" y="14630"/>
                  </a:lnTo>
                  <a:lnTo>
                    <a:pt x="1086" y="14614"/>
                  </a:lnTo>
                  <a:lnTo>
                    <a:pt x="1086" y="14630"/>
                  </a:lnTo>
                  <a:lnTo>
                    <a:pt x="1115" y="14630"/>
                  </a:lnTo>
                  <a:lnTo>
                    <a:pt x="1143" y="14645"/>
                  </a:lnTo>
                  <a:lnTo>
                    <a:pt x="1171" y="14645"/>
                  </a:lnTo>
                  <a:lnTo>
                    <a:pt x="1284" y="14630"/>
                  </a:lnTo>
                  <a:lnTo>
                    <a:pt x="1453" y="14583"/>
                  </a:lnTo>
                  <a:lnTo>
                    <a:pt x="1538" y="14567"/>
                  </a:lnTo>
                  <a:lnTo>
                    <a:pt x="1580" y="14567"/>
                  </a:lnTo>
                  <a:lnTo>
                    <a:pt x="1637" y="14567"/>
                  </a:lnTo>
                  <a:lnTo>
                    <a:pt x="1721" y="14567"/>
                  </a:lnTo>
                  <a:lnTo>
                    <a:pt x="1834" y="14536"/>
                  </a:lnTo>
                  <a:lnTo>
                    <a:pt x="1933" y="14504"/>
                  </a:lnTo>
                  <a:lnTo>
                    <a:pt x="1989" y="14489"/>
                  </a:lnTo>
                  <a:lnTo>
                    <a:pt x="2032" y="14442"/>
                  </a:lnTo>
                  <a:lnTo>
                    <a:pt x="2074" y="14426"/>
                  </a:lnTo>
                  <a:lnTo>
                    <a:pt x="2116" y="14395"/>
                  </a:lnTo>
                  <a:lnTo>
                    <a:pt x="2159" y="14395"/>
                  </a:lnTo>
                  <a:lnTo>
                    <a:pt x="2201" y="14410"/>
                  </a:lnTo>
                  <a:lnTo>
                    <a:pt x="2257" y="14410"/>
                  </a:lnTo>
                  <a:lnTo>
                    <a:pt x="2271" y="14410"/>
                  </a:lnTo>
                  <a:lnTo>
                    <a:pt x="2328" y="14426"/>
                  </a:lnTo>
                  <a:lnTo>
                    <a:pt x="2356" y="14457"/>
                  </a:lnTo>
                  <a:lnTo>
                    <a:pt x="2441" y="14583"/>
                  </a:lnTo>
                  <a:lnTo>
                    <a:pt x="2483" y="14630"/>
                  </a:lnTo>
                  <a:lnTo>
                    <a:pt x="2525" y="14645"/>
                  </a:lnTo>
                  <a:lnTo>
                    <a:pt x="2554" y="14645"/>
                  </a:lnTo>
                  <a:lnTo>
                    <a:pt x="2610" y="14645"/>
                  </a:lnTo>
                  <a:lnTo>
                    <a:pt x="2666" y="14677"/>
                  </a:lnTo>
                  <a:lnTo>
                    <a:pt x="2709" y="14692"/>
                  </a:lnTo>
                  <a:lnTo>
                    <a:pt x="2737" y="14708"/>
                  </a:lnTo>
                  <a:lnTo>
                    <a:pt x="2765" y="14708"/>
                  </a:lnTo>
                  <a:lnTo>
                    <a:pt x="2765" y="14692"/>
                  </a:lnTo>
                  <a:lnTo>
                    <a:pt x="2765" y="14708"/>
                  </a:lnTo>
                  <a:lnTo>
                    <a:pt x="2779" y="14708"/>
                  </a:lnTo>
                  <a:lnTo>
                    <a:pt x="2808" y="14708"/>
                  </a:lnTo>
                  <a:lnTo>
                    <a:pt x="2850" y="14724"/>
                  </a:lnTo>
                  <a:lnTo>
                    <a:pt x="2878" y="14755"/>
                  </a:lnTo>
                  <a:lnTo>
                    <a:pt x="2892" y="14802"/>
                  </a:lnTo>
                  <a:lnTo>
                    <a:pt x="2892" y="14849"/>
                  </a:lnTo>
                  <a:lnTo>
                    <a:pt x="2892" y="14880"/>
                  </a:lnTo>
                  <a:lnTo>
                    <a:pt x="2892" y="14943"/>
                  </a:lnTo>
                  <a:lnTo>
                    <a:pt x="2892" y="15006"/>
                  </a:lnTo>
                  <a:lnTo>
                    <a:pt x="2892" y="15037"/>
                  </a:lnTo>
                  <a:lnTo>
                    <a:pt x="2892" y="15162"/>
                  </a:lnTo>
                  <a:lnTo>
                    <a:pt x="2892" y="15272"/>
                  </a:lnTo>
                  <a:lnTo>
                    <a:pt x="2906" y="15319"/>
                  </a:lnTo>
                  <a:lnTo>
                    <a:pt x="2920" y="15382"/>
                  </a:lnTo>
                  <a:lnTo>
                    <a:pt x="3062" y="15585"/>
                  </a:lnTo>
                  <a:lnTo>
                    <a:pt x="3090" y="15617"/>
                  </a:lnTo>
                  <a:lnTo>
                    <a:pt x="3104" y="15617"/>
                  </a:lnTo>
                  <a:lnTo>
                    <a:pt x="3118" y="15617"/>
                  </a:lnTo>
                  <a:lnTo>
                    <a:pt x="3104" y="15632"/>
                  </a:lnTo>
                  <a:lnTo>
                    <a:pt x="3104" y="15648"/>
                  </a:lnTo>
                  <a:lnTo>
                    <a:pt x="3132" y="15679"/>
                  </a:lnTo>
                  <a:lnTo>
                    <a:pt x="3189" y="15773"/>
                  </a:lnTo>
                  <a:lnTo>
                    <a:pt x="3217" y="15820"/>
                  </a:lnTo>
                  <a:lnTo>
                    <a:pt x="3231" y="15867"/>
                  </a:lnTo>
                  <a:lnTo>
                    <a:pt x="3231" y="15930"/>
                  </a:lnTo>
                  <a:lnTo>
                    <a:pt x="3231" y="15961"/>
                  </a:lnTo>
                  <a:lnTo>
                    <a:pt x="3231" y="16024"/>
                  </a:lnTo>
                  <a:lnTo>
                    <a:pt x="3245" y="16086"/>
                  </a:lnTo>
                  <a:lnTo>
                    <a:pt x="3301" y="16415"/>
                  </a:lnTo>
                  <a:lnTo>
                    <a:pt x="3330" y="16541"/>
                  </a:lnTo>
                  <a:lnTo>
                    <a:pt x="3358" y="16635"/>
                  </a:lnTo>
                  <a:lnTo>
                    <a:pt x="3372" y="16713"/>
                  </a:lnTo>
                  <a:lnTo>
                    <a:pt x="3330" y="16791"/>
                  </a:lnTo>
                  <a:lnTo>
                    <a:pt x="3259" y="16964"/>
                  </a:lnTo>
                  <a:lnTo>
                    <a:pt x="3245" y="17011"/>
                  </a:lnTo>
                  <a:lnTo>
                    <a:pt x="3231" y="17073"/>
                  </a:lnTo>
                  <a:lnTo>
                    <a:pt x="3231" y="17261"/>
                  </a:lnTo>
                  <a:lnTo>
                    <a:pt x="3245" y="17324"/>
                  </a:lnTo>
                  <a:lnTo>
                    <a:pt x="3245" y="17308"/>
                  </a:lnTo>
                  <a:lnTo>
                    <a:pt x="3245" y="17324"/>
                  </a:lnTo>
                  <a:lnTo>
                    <a:pt x="3217" y="17387"/>
                  </a:lnTo>
                  <a:lnTo>
                    <a:pt x="3189" y="17496"/>
                  </a:lnTo>
                  <a:lnTo>
                    <a:pt x="3174" y="17559"/>
                  </a:lnTo>
                  <a:lnTo>
                    <a:pt x="3189" y="17606"/>
                  </a:lnTo>
                  <a:lnTo>
                    <a:pt x="3414" y="18029"/>
                  </a:lnTo>
                  <a:lnTo>
                    <a:pt x="3442" y="18076"/>
                  </a:lnTo>
                  <a:lnTo>
                    <a:pt x="3442" y="18123"/>
                  </a:lnTo>
                  <a:lnTo>
                    <a:pt x="3457" y="18232"/>
                  </a:lnTo>
                  <a:lnTo>
                    <a:pt x="3499" y="18640"/>
                  </a:lnTo>
                  <a:lnTo>
                    <a:pt x="3527" y="18687"/>
                  </a:lnTo>
                  <a:lnTo>
                    <a:pt x="3555" y="18734"/>
                  </a:lnTo>
                  <a:lnTo>
                    <a:pt x="3668" y="18812"/>
                  </a:lnTo>
                  <a:lnTo>
                    <a:pt x="3725" y="18843"/>
                  </a:lnTo>
                  <a:lnTo>
                    <a:pt x="3725" y="18828"/>
                  </a:lnTo>
                  <a:lnTo>
                    <a:pt x="3725" y="18843"/>
                  </a:lnTo>
                  <a:lnTo>
                    <a:pt x="3753" y="18906"/>
                  </a:lnTo>
                  <a:lnTo>
                    <a:pt x="3767" y="18953"/>
                  </a:lnTo>
                  <a:lnTo>
                    <a:pt x="3809" y="19063"/>
                  </a:lnTo>
                  <a:lnTo>
                    <a:pt x="3852" y="19250"/>
                  </a:lnTo>
                  <a:lnTo>
                    <a:pt x="3866" y="19376"/>
                  </a:lnTo>
                  <a:lnTo>
                    <a:pt x="3866" y="19407"/>
                  </a:lnTo>
                  <a:lnTo>
                    <a:pt x="3866" y="19470"/>
                  </a:lnTo>
                  <a:lnTo>
                    <a:pt x="3894" y="19517"/>
                  </a:lnTo>
                  <a:lnTo>
                    <a:pt x="3964" y="19642"/>
                  </a:lnTo>
                  <a:lnTo>
                    <a:pt x="4007" y="19673"/>
                  </a:lnTo>
                  <a:lnTo>
                    <a:pt x="4049" y="19689"/>
                  </a:lnTo>
                  <a:lnTo>
                    <a:pt x="4218" y="19642"/>
                  </a:lnTo>
                  <a:lnTo>
                    <a:pt x="4331" y="19611"/>
                  </a:lnTo>
                  <a:lnTo>
                    <a:pt x="4501" y="19564"/>
                  </a:lnTo>
                  <a:lnTo>
                    <a:pt x="4613" y="19548"/>
                  </a:lnTo>
                  <a:lnTo>
                    <a:pt x="4769" y="19548"/>
                  </a:lnTo>
                  <a:lnTo>
                    <a:pt x="4825" y="19532"/>
                  </a:lnTo>
                  <a:lnTo>
                    <a:pt x="4867" y="19501"/>
                  </a:lnTo>
                  <a:lnTo>
                    <a:pt x="5277" y="18984"/>
                  </a:lnTo>
                  <a:lnTo>
                    <a:pt x="5333" y="18875"/>
                  </a:lnTo>
                  <a:lnTo>
                    <a:pt x="5432" y="18608"/>
                  </a:lnTo>
                  <a:lnTo>
                    <a:pt x="5432" y="18561"/>
                  </a:lnTo>
                  <a:lnTo>
                    <a:pt x="5432" y="18546"/>
                  </a:lnTo>
                  <a:lnTo>
                    <a:pt x="5418" y="18546"/>
                  </a:lnTo>
                  <a:lnTo>
                    <a:pt x="5432" y="18546"/>
                  </a:lnTo>
                  <a:lnTo>
                    <a:pt x="5446" y="18530"/>
                  </a:lnTo>
                  <a:lnTo>
                    <a:pt x="5446" y="18514"/>
                  </a:lnTo>
                  <a:lnTo>
                    <a:pt x="5460" y="18467"/>
                  </a:lnTo>
                  <a:lnTo>
                    <a:pt x="5488" y="18436"/>
                  </a:lnTo>
                  <a:lnTo>
                    <a:pt x="5686" y="18279"/>
                  </a:lnTo>
                  <a:lnTo>
                    <a:pt x="5714" y="18232"/>
                  </a:lnTo>
                  <a:lnTo>
                    <a:pt x="5742" y="18185"/>
                  </a:lnTo>
                  <a:lnTo>
                    <a:pt x="5770" y="18076"/>
                  </a:lnTo>
                  <a:lnTo>
                    <a:pt x="5784" y="18013"/>
                  </a:lnTo>
                  <a:lnTo>
                    <a:pt x="5784" y="17950"/>
                  </a:lnTo>
                  <a:lnTo>
                    <a:pt x="5742" y="17762"/>
                  </a:lnTo>
                  <a:lnTo>
                    <a:pt x="5742" y="17700"/>
                  </a:lnTo>
                  <a:lnTo>
                    <a:pt x="5756" y="17653"/>
                  </a:lnTo>
                  <a:lnTo>
                    <a:pt x="5827" y="17527"/>
                  </a:lnTo>
                  <a:lnTo>
                    <a:pt x="5869" y="17480"/>
                  </a:lnTo>
                  <a:lnTo>
                    <a:pt x="5911" y="17449"/>
                  </a:lnTo>
                  <a:lnTo>
                    <a:pt x="6165" y="17277"/>
                  </a:lnTo>
                  <a:lnTo>
                    <a:pt x="6208" y="17246"/>
                  </a:lnTo>
                  <a:lnTo>
                    <a:pt x="6236" y="17183"/>
                  </a:lnTo>
                  <a:lnTo>
                    <a:pt x="6250" y="17152"/>
                  </a:lnTo>
                  <a:lnTo>
                    <a:pt x="6306" y="17042"/>
                  </a:lnTo>
                  <a:lnTo>
                    <a:pt x="6321" y="16995"/>
                  </a:lnTo>
                  <a:lnTo>
                    <a:pt x="6335" y="16932"/>
                  </a:lnTo>
                  <a:lnTo>
                    <a:pt x="6335" y="16885"/>
                  </a:lnTo>
                  <a:lnTo>
                    <a:pt x="6292" y="16697"/>
                  </a:lnTo>
                  <a:lnTo>
                    <a:pt x="6278" y="16572"/>
                  </a:lnTo>
                  <a:lnTo>
                    <a:pt x="6278" y="16541"/>
                  </a:lnTo>
                  <a:lnTo>
                    <a:pt x="6278" y="16509"/>
                  </a:lnTo>
                  <a:lnTo>
                    <a:pt x="6264" y="16494"/>
                  </a:lnTo>
                  <a:lnTo>
                    <a:pt x="6250" y="16509"/>
                  </a:lnTo>
                  <a:lnTo>
                    <a:pt x="6264" y="16494"/>
                  </a:lnTo>
                  <a:lnTo>
                    <a:pt x="6264" y="16462"/>
                  </a:lnTo>
                  <a:lnTo>
                    <a:pt x="6250" y="16431"/>
                  </a:lnTo>
                  <a:lnTo>
                    <a:pt x="6222" y="16400"/>
                  </a:lnTo>
                  <a:lnTo>
                    <a:pt x="6208" y="16337"/>
                  </a:lnTo>
                  <a:lnTo>
                    <a:pt x="6208" y="16086"/>
                  </a:lnTo>
                  <a:lnTo>
                    <a:pt x="6208" y="16024"/>
                  </a:lnTo>
                  <a:lnTo>
                    <a:pt x="6179" y="15961"/>
                  </a:lnTo>
                  <a:lnTo>
                    <a:pt x="6165" y="15914"/>
                  </a:lnTo>
                  <a:lnTo>
                    <a:pt x="6151" y="15867"/>
                  </a:lnTo>
                  <a:lnTo>
                    <a:pt x="6179" y="15820"/>
                  </a:lnTo>
                  <a:lnTo>
                    <a:pt x="6208" y="15789"/>
                  </a:lnTo>
                  <a:lnTo>
                    <a:pt x="6208" y="15758"/>
                  </a:lnTo>
                  <a:lnTo>
                    <a:pt x="6222" y="15711"/>
                  </a:lnTo>
                  <a:lnTo>
                    <a:pt x="6236" y="15664"/>
                  </a:lnTo>
                  <a:lnTo>
                    <a:pt x="6306" y="15538"/>
                  </a:lnTo>
                  <a:lnTo>
                    <a:pt x="6349" y="15491"/>
                  </a:lnTo>
                  <a:lnTo>
                    <a:pt x="6391" y="15460"/>
                  </a:lnTo>
                  <a:lnTo>
                    <a:pt x="6433" y="15429"/>
                  </a:lnTo>
                  <a:lnTo>
                    <a:pt x="6476" y="15413"/>
                  </a:lnTo>
                  <a:lnTo>
                    <a:pt x="6504" y="15350"/>
                  </a:lnTo>
                  <a:lnTo>
                    <a:pt x="6589" y="15162"/>
                  </a:lnTo>
                  <a:lnTo>
                    <a:pt x="6631" y="15115"/>
                  </a:lnTo>
                  <a:lnTo>
                    <a:pt x="6673" y="15068"/>
                  </a:lnTo>
                  <a:lnTo>
                    <a:pt x="6843" y="14974"/>
                  </a:lnTo>
                  <a:lnTo>
                    <a:pt x="6941" y="14896"/>
                  </a:lnTo>
                  <a:lnTo>
                    <a:pt x="7139" y="14677"/>
                  </a:lnTo>
                  <a:lnTo>
                    <a:pt x="7167" y="14630"/>
                  </a:lnTo>
                  <a:lnTo>
                    <a:pt x="7195" y="14583"/>
                  </a:lnTo>
                  <a:lnTo>
                    <a:pt x="7365" y="14160"/>
                  </a:lnTo>
                  <a:lnTo>
                    <a:pt x="7393" y="14035"/>
                  </a:lnTo>
                  <a:lnTo>
                    <a:pt x="7435" y="13862"/>
                  </a:lnTo>
                  <a:lnTo>
                    <a:pt x="7435" y="13831"/>
                  </a:lnTo>
                  <a:lnTo>
                    <a:pt x="7435" y="13815"/>
                  </a:lnTo>
                  <a:lnTo>
                    <a:pt x="7407" y="13815"/>
                  </a:lnTo>
                  <a:lnTo>
                    <a:pt x="7393" y="13815"/>
                  </a:lnTo>
                  <a:lnTo>
                    <a:pt x="6885" y="13941"/>
                  </a:lnTo>
                  <a:lnTo>
                    <a:pt x="6828" y="13941"/>
                  </a:lnTo>
                  <a:lnTo>
                    <a:pt x="6772" y="13925"/>
                  </a:lnTo>
                  <a:lnTo>
                    <a:pt x="6744" y="13894"/>
                  </a:lnTo>
                  <a:lnTo>
                    <a:pt x="6659" y="13831"/>
                  </a:lnTo>
                  <a:lnTo>
                    <a:pt x="6589" y="13737"/>
                  </a:lnTo>
                  <a:lnTo>
                    <a:pt x="6377" y="13392"/>
                  </a:lnTo>
                  <a:lnTo>
                    <a:pt x="6335" y="13345"/>
                  </a:lnTo>
                  <a:lnTo>
                    <a:pt x="6292" y="13314"/>
                  </a:lnTo>
                  <a:lnTo>
                    <a:pt x="6250" y="13283"/>
                  </a:lnTo>
                  <a:lnTo>
                    <a:pt x="6208" y="13251"/>
                  </a:lnTo>
                  <a:lnTo>
                    <a:pt x="6179" y="13204"/>
                  </a:lnTo>
                  <a:lnTo>
                    <a:pt x="6095" y="13079"/>
                  </a:lnTo>
                  <a:lnTo>
                    <a:pt x="6067" y="13032"/>
                  </a:lnTo>
                  <a:lnTo>
                    <a:pt x="6053" y="12969"/>
                  </a:lnTo>
                  <a:lnTo>
                    <a:pt x="6010" y="12860"/>
                  </a:lnTo>
                  <a:lnTo>
                    <a:pt x="5982" y="12734"/>
                  </a:lnTo>
                  <a:lnTo>
                    <a:pt x="5940" y="12546"/>
                  </a:lnTo>
                  <a:lnTo>
                    <a:pt x="5926" y="12499"/>
                  </a:lnTo>
                  <a:lnTo>
                    <a:pt x="5883" y="12453"/>
                  </a:lnTo>
                  <a:lnTo>
                    <a:pt x="5827" y="12390"/>
                  </a:lnTo>
                  <a:lnTo>
                    <a:pt x="5799" y="12327"/>
                  </a:lnTo>
                  <a:lnTo>
                    <a:pt x="5770" y="12280"/>
                  </a:lnTo>
                  <a:lnTo>
                    <a:pt x="5742" y="12092"/>
                  </a:lnTo>
                  <a:lnTo>
                    <a:pt x="5700" y="11983"/>
                  </a:lnTo>
                  <a:lnTo>
                    <a:pt x="5615" y="11779"/>
                  </a:lnTo>
                  <a:lnTo>
                    <a:pt x="5545" y="11685"/>
                  </a:lnTo>
                  <a:lnTo>
                    <a:pt x="5418" y="11544"/>
                  </a:lnTo>
                  <a:lnTo>
                    <a:pt x="5404" y="11513"/>
                  </a:lnTo>
                  <a:lnTo>
                    <a:pt x="5432" y="11528"/>
                  </a:lnTo>
                  <a:lnTo>
                    <a:pt x="5601" y="11622"/>
                  </a:lnTo>
                  <a:lnTo>
                    <a:pt x="5629" y="11622"/>
                  </a:lnTo>
                  <a:lnTo>
                    <a:pt x="5643" y="11622"/>
                  </a:lnTo>
                  <a:lnTo>
                    <a:pt x="5672" y="11607"/>
                  </a:lnTo>
                  <a:lnTo>
                    <a:pt x="5672" y="11591"/>
                  </a:lnTo>
                  <a:lnTo>
                    <a:pt x="5700" y="11560"/>
                  </a:lnTo>
                  <a:lnTo>
                    <a:pt x="5714" y="11544"/>
                  </a:lnTo>
                  <a:lnTo>
                    <a:pt x="5714" y="11528"/>
                  </a:lnTo>
                  <a:lnTo>
                    <a:pt x="5728" y="11544"/>
                  </a:lnTo>
                  <a:lnTo>
                    <a:pt x="5742" y="11560"/>
                  </a:lnTo>
                  <a:lnTo>
                    <a:pt x="5770" y="11591"/>
                  </a:lnTo>
                  <a:lnTo>
                    <a:pt x="5813" y="11701"/>
                  </a:lnTo>
                  <a:lnTo>
                    <a:pt x="6038" y="12139"/>
                  </a:lnTo>
                  <a:lnTo>
                    <a:pt x="6109" y="12233"/>
                  </a:lnTo>
                  <a:lnTo>
                    <a:pt x="6165" y="12296"/>
                  </a:lnTo>
                  <a:lnTo>
                    <a:pt x="6194" y="12343"/>
                  </a:lnTo>
                  <a:lnTo>
                    <a:pt x="6222" y="12406"/>
                  </a:lnTo>
                  <a:lnTo>
                    <a:pt x="6250" y="12515"/>
                  </a:lnTo>
                  <a:lnTo>
                    <a:pt x="6292" y="12640"/>
                  </a:lnTo>
                  <a:lnTo>
                    <a:pt x="6335" y="12813"/>
                  </a:lnTo>
                  <a:lnTo>
                    <a:pt x="6349" y="12875"/>
                  </a:lnTo>
                  <a:lnTo>
                    <a:pt x="6377" y="12922"/>
                  </a:lnTo>
                  <a:lnTo>
                    <a:pt x="6518" y="13063"/>
                  </a:lnTo>
                  <a:lnTo>
                    <a:pt x="6546" y="13110"/>
                  </a:lnTo>
                  <a:lnTo>
                    <a:pt x="6546" y="13142"/>
                  </a:lnTo>
                  <a:lnTo>
                    <a:pt x="6546" y="13189"/>
                  </a:lnTo>
                  <a:lnTo>
                    <a:pt x="6575" y="13236"/>
                  </a:lnTo>
                  <a:lnTo>
                    <a:pt x="6603" y="13283"/>
                  </a:lnTo>
                  <a:lnTo>
                    <a:pt x="6645" y="13392"/>
                  </a:lnTo>
                  <a:lnTo>
                    <a:pt x="6730" y="13596"/>
                  </a:lnTo>
                  <a:lnTo>
                    <a:pt x="6772" y="13627"/>
                  </a:lnTo>
                  <a:lnTo>
                    <a:pt x="6814" y="13627"/>
                  </a:lnTo>
                  <a:lnTo>
                    <a:pt x="6913" y="13596"/>
                  </a:lnTo>
                  <a:lnTo>
                    <a:pt x="7026" y="13565"/>
                  </a:lnTo>
                  <a:lnTo>
                    <a:pt x="7054" y="13565"/>
                  </a:lnTo>
                  <a:lnTo>
                    <a:pt x="7097" y="13565"/>
                  </a:lnTo>
                  <a:lnTo>
                    <a:pt x="7139" y="13533"/>
                  </a:lnTo>
                  <a:lnTo>
                    <a:pt x="7195" y="13455"/>
                  </a:lnTo>
                  <a:lnTo>
                    <a:pt x="7252" y="13424"/>
                  </a:lnTo>
                  <a:lnTo>
                    <a:pt x="7294" y="13392"/>
                  </a:lnTo>
                  <a:lnTo>
                    <a:pt x="7393" y="13361"/>
                  </a:lnTo>
                  <a:lnTo>
                    <a:pt x="7506" y="13314"/>
                  </a:lnTo>
                  <a:lnTo>
                    <a:pt x="7675" y="13220"/>
                  </a:lnTo>
                  <a:lnTo>
                    <a:pt x="7731" y="13189"/>
                  </a:lnTo>
                  <a:lnTo>
                    <a:pt x="7774" y="13157"/>
                  </a:lnTo>
                  <a:lnTo>
                    <a:pt x="7957" y="13063"/>
                  </a:lnTo>
                  <a:lnTo>
                    <a:pt x="7999" y="13032"/>
                  </a:lnTo>
                  <a:lnTo>
                    <a:pt x="8042" y="12985"/>
                  </a:lnTo>
                  <a:lnTo>
                    <a:pt x="8169" y="12781"/>
                  </a:lnTo>
                  <a:lnTo>
                    <a:pt x="8239" y="12672"/>
                  </a:lnTo>
                  <a:lnTo>
                    <a:pt x="8253" y="12625"/>
                  </a:lnTo>
                  <a:lnTo>
                    <a:pt x="8324" y="12531"/>
                  </a:lnTo>
                  <a:lnTo>
                    <a:pt x="8380" y="12468"/>
                  </a:lnTo>
                  <a:lnTo>
                    <a:pt x="8380" y="12437"/>
                  </a:lnTo>
                  <a:lnTo>
                    <a:pt x="8395" y="12421"/>
                  </a:lnTo>
                  <a:lnTo>
                    <a:pt x="8380" y="12406"/>
                  </a:lnTo>
                  <a:lnTo>
                    <a:pt x="8366" y="12390"/>
                  </a:lnTo>
                  <a:lnTo>
                    <a:pt x="8183" y="12233"/>
                  </a:lnTo>
                  <a:lnTo>
                    <a:pt x="8141" y="12202"/>
                  </a:lnTo>
                  <a:lnTo>
                    <a:pt x="8098" y="12186"/>
                  </a:lnTo>
                  <a:lnTo>
                    <a:pt x="8070" y="12171"/>
                  </a:lnTo>
                  <a:lnTo>
                    <a:pt x="8042" y="12124"/>
                  </a:lnTo>
                  <a:lnTo>
                    <a:pt x="8028" y="12092"/>
                  </a:lnTo>
                  <a:lnTo>
                    <a:pt x="7985" y="12061"/>
                  </a:lnTo>
                  <a:lnTo>
                    <a:pt x="7943" y="12045"/>
                  </a:lnTo>
                  <a:lnTo>
                    <a:pt x="7774" y="12092"/>
                  </a:lnTo>
                  <a:lnTo>
                    <a:pt x="7731" y="12092"/>
                  </a:lnTo>
                  <a:lnTo>
                    <a:pt x="7675" y="12077"/>
                  </a:lnTo>
                  <a:lnTo>
                    <a:pt x="7633" y="12061"/>
                  </a:lnTo>
                  <a:lnTo>
                    <a:pt x="7590" y="12030"/>
                  </a:lnTo>
                  <a:lnTo>
                    <a:pt x="7548" y="12030"/>
                  </a:lnTo>
                  <a:lnTo>
                    <a:pt x="7463" y="12014"/>
                  </a:lnTo>
                  <a:lnTo>
                    <a:pt x="7435" y="11983"/>
                  </a:lnTo>
                  <a:lnTo>
                    <a:pt x="7393" y="11951"/>
                  </a:lnTo>
                  <a:lnTo>
                    <a:pt x="7365" y="11904"/>
                  </a:lnTo>
                  <a:lnTo>
                    <a:pt x="7336" y="11795"/>
                  </a:lnTo>
                  <a:lnTo>
                    <a:pt x="7308" y="11732"/>
                  </a:lnTo>
                  <a:lnTo>
                    <a:pt x="7280" y="11685"/>
                  </a:lnTo>
                  <a:lnTo>
                    <a:pt x="7209" y="11622"/>
                  </a:lnTo>
                  <a:lnTo>
                    <a:pt x="7181" y="11575"/>
                  </a:lnTo>
                  <a:lnTo>
                    <a:pt x="7181" y="11528"/>
                  </a:lnTo>
                  <a:lnTo>
                    <a:pt x="7181" y="11497"/>
                  </a:lnTo>
                  <a:lnTo>
                    <a:pt x="7209" y="11450"/>
                  </a:lnTo>
                  <a:lnTo>
                    <a:pt x="7238" y="11419"/>
                  </a:lnTo>
                  <a:lnTo>
                    <a:pt x="7238" y="11372"/>
                  </a:lnTo>
                  <a:lnTo>
                    <a:pt x="7252" y="11372"/>
                  </a:lnTo>
                  <a:lnTo>
                    <a:pt x="7280" y="11387"/>
                  </a:lnTo>
                  <a:lnTo>
                    <a:pt x="7336" y="11450"/>
                  </a:lnTo>
                  <a:lnTo>
                    <a:pt x="7421" y="11544"/>
                  </a:lnTo>
                  <a:lnTo>
                    <a:pt x="7477" y="11607"/>
                  </a:lnTo>
                  <a:lnTo>
                    <a:pt x="7562" y="11685"/>
                  </a:lnTo>
                  <a:lnTo>
                    <a:pt x="7675" y="11779"/>
                  </a:lnTo>
                  <a:lnTo>
                    <a:pt x="7774" y="11826"/>
                  </a:lnTo>
                  <a:lnTo>
                    <a:pt x="7873" y="11857"/>
                  </a:lnTo>
                  <a:lnTo>
                    <a:pt x="7929" y="11873"/>
                  </a:lnTo>
                  <a:lnTo>
                    <a:pt x="7985" y="11857"/>
                  </a:lnTo>
                  <a:lnTo>
                    <a:pt x="8014" y="11826"/>
                  </a:lnTo>
                  <a:lnTo>
                    <a:pt x="8070" y="11826"/>
                  </a:lnTo>
                  <a:lnTo>
                    <a:pt x="8112" y="11857"/>
                  </a:lnTo>
                  <a:lnTo>
                    <a:pt x="8169" y="11920"/>
                  </a:lnTo>
                  <a:lnTo>
                    <a:pt x="8211" y="11951"/>
                  </a:lnTo>
                  <a:lnTo>
                    <a:pt x="8268" y="11983"/>
                  </a:lnTo>
                  <a:lnTo>
                    <a:pt x="8507" y="12092"/>
                  </a:lnTo>
                  <a:lnTo>
                    <a:pt x="8592" y="12108"/>
                  </a:lnTo>
                  <a:lnTo>
                    <a:pt x="8620" y="12108"/>
                  </a:lnTo>
                  <a:lnTo>
                    <a:pt x="8677" y="12092"/>
                  </a:lnTo>
                  <a:lnTo>
                    <a:pt x="8775" y="12045"/>
                  </a:lnTo>
                  <a:lnTo>
                    <a:pt x="8888" y="12030"/>
                  </a:lnTo>
                  <a:lnTo>
                    <a:pt x="9114" y="12030"/>
                  </a:lnTo>
                  <a:lnTo>
                    <a:pt x="9170" y="12045"/>
                  </a:lnTo>
                  <a:lnTo>
                    <a:pt x="9213" y="12092"/>
                  </a:lnTo>
                  <a:lnTo>
                    <a:pt x="9283" y="12202"/>
                  </a:lnTo>
                  <a:lnTo>
                    <a:pt x="9312" y="12265"/>
                  </a:lnTo>
                  <a:lnTo>
                    <a:pt x="9354" y="12312"/>
                  </a:lnTo>
                  <a:lnTo>
                    <a:pt x="9424" y="12437"/>
                  </a:lnTo>
                  <a:lnTo>
                    <a:pt x="9495" y="12546"/>
                  </a:lnTo>
                  <a:lnTo>
                    <a:pt x="9551" y="12609"/>
                  </a:lnTo>
                  <a:lnTo>
                    <a:pt x="9594" y="12625"/>
                  </a:lnTo>
                  <a:lnTo>
                    <a:pt x="9636" y="12609"/>
                  </a:lnTo>
                  <a:lnTo>
                    <a:pt x="9749" y="12531"/>
                  </a:lnTo>
                  <a:lnTo>
                    <a:pt x="9777" y="12515"/>
                  </a:lnTo>
                  <a:lnTo>
                    <a:pt x="9791" y="12531"/>
                  </a:lnTo>
                  <a:lnTo>
                    <a:pt x="9805" y="12531"/>
                  </a:lnTo>
                  <a:lnTo>
                    <a:pt x="9805" y="12562"/>
                  </a:lnTo>
                  <a:lnTo>
                    <a:pt x="9862" y="13126"/>
                  </a:lnTo>
                  <a:lnTo>
                    <a:pt x="9890" y="13251"/>
                  </a:lnTo>
                  <a:lnTo>
                    <a:pt x="9932" y="13424"/>
                  </a:lnTo>
                  <a:lnTo>
                    <a:pt x="9975" y="13549"/>
                  </a:lnTo>
                  <a:lnTo>
                    <a:pt x="10116" y="13815"/>
                  </a:lnTo>
                  <a:lnTo>
                    <a:pt x="10172" y="13925"/>
                  </a:lnTo>
                  <a:lnTo>
                    <a:pt x="10186" y="13972"/>
                  </a:lnTo>
                  <a:lnTo>
                    <a:pt x="10243" y="14082"/>
                  </a:lnTo>
                  <a:lnTo>
                    <a:pt x="10327" y="14207"/>
                  </a:lnTo>
                  <a:lnTo>
                    <a:pt x="10341" y="14222"/>
                  </a:lnTo>
                  <a:lnTo>
                    <a:pt x="10356" y="14222"/>
                  </a:lnTo>
                  <a:lnTo>
                    <a:pt x="10370" y="14222"/>
                  </a:lnTo>
                  <a:lnTo>
                    <a:pt x="10384" y="14207"/>
                  </a:lnTo>
                  <a:lnTo>
                    <a:pt x="10398" y="14160"/>
                  </a:lnTo>
                  <a:lnTo>
                    <a:pt x="10468" y="14066"/>
                  </a:lnTo>
                  <a:lnTo>
                    <a:pt x="10525" y="13988"/>
                  </a:lnTo>
                  <a:lnTo>
                    <a:pt x="10581" y="13894"/>
                  </a:lnTo>
                  <a:lnTo>
                    <a:pt x="10610" y="13847"/>
                  </a:lnTo>
                  <a:lnTo>
                    <a:pt x="10624" y="13800"/>
                  </a:lnTo>
                  <a:lnTo>
                    <a:pt x="10624" y="13737"/>
                  </a:lnTo>
                  <a:lnTo>
                    <a:pt x="10624" y="13549"/>
                  </a:lnTo>
                  <a:lnTo>
                    <a:pt x="10652" y="13439"/>
                  </a:lnTo>
                  <a:lnTo>
                    <a:pt x="10680" y="13314"/>
                  </a:lnTo>
                  <a:lnTo>
                    <a:pt x="10708" y="13267"/>
                  </a:lnTo>
                  <a:lnTo>
                    <a:pt x="10737" y="13220"/>
                  </a:lnTo>
                  <a:lnTo>
                    <a:pt x="10863" y="13079"/>
                  </a:lnTo>
                  <a:lnTo>
                    <a:pt x="10962" y="13001"/>
                  </a:lnTo>
                  <a:lnTo>
                    <a:pt x="11132" y="12907"/>
                  </a:lnTo>
                  <a:lnTo>
                    <a:pt x="11216" y="12828"/>
                  </a:lnTo>
                  <a:lnTo>
                    <a:pt x="11273" y="12766"/>
                  </a:lnTo>
                  <a:lnTo>
                    <a:pt x="11315" y="12719"/>
                  </a:lnTo>
                  <a:lnTo>
                    <a:pt x="11343" y="12672"/>
                  </a:lnTo>
                  <a:lnTo>
                    <a:pt x="11371" y="12562"/>
                  </a:lnTo>
                  <a:lnTo>
                    <a:pt x="11400" y="12515"/>
                  </a:lnTo>
                  <a:lnTo>
                    <a:pt x="11442" y="12499"/>
                  </a:lnTo>
                  <a:lnTo>
                    <a:pt x="11541" y="12499"/>
                  </a:lnTo>
                  <a:lnTo>
                    <a:pt x="11597" y="12499"/>
                  </a:lnTo>
                  <a:lnTo>
                    <a:pt x="11654" y="12468"/>
                  </a:lnTo>
                  <a:lnTo>
                    <a:pt x="11752" y="12437"/>
                  </a:lnTo>
                  <a:lnTo>
                    <a:pt x="11823" y="12421"/>
                  </a:lnTo>
                  <a:lnTo>
                    <a:pt x="11893" y="12437"/>
                  </a:lnTo>
                  <a:lnTo>
                    <a:pt x="11908" y="12453"/>
                  </a:lnTo>
                  <a:lnTo>
                    <a:pt x="11950" y="12484"/>
                  </a:lnTo>
                  <a:lnTo>
                    <a:pt x="11992" y="12515"/>
                  </a:lnTo>
                  <a:lnTo>
                    <a:pt x="12006" y="12562"/>
                  </a:lnTo>
                  <a:lnTo>
                    <a:pt x="12034" y="12625"/>
                  </a:lnTo>
                  <a:lnTo>
                    <a:pt x="12049" y="12672"/>
                  </a:lnTo>
                  <a:lnTo>
                    <a:pt x="12091" y="12781"/>
                  </a:lnTo>
                  <a:lnTo>
                    <a:pt x="12190" y="13126"/>
                  </a:lnTo>
                  <a:lnTo>
                    <a:pt x="12218" y="13173"/>
                  </a:lnTo>
                  <a:lnTo>
                    <a:pt x="12260" y="13220"/>
                  </a:lnTo>
                  <a:lnTo>
                    <a:pt x="12303" y="13236"/>
                  </a:lnTo>
                  <a:lnTo>
                    <a:pt x="12345" y="13251"/>
                  </a:lnTo>
                  <a:lnTo>
                    <a:pt x="12401" y="13236"/>
                  </a:lnTo>
                  <a:lnTo>
                    <a:pt x="12444" y="13220"/>
                  </a:lnTo>
                  <a:lnTo>
                    <a:pt x="12486" y="13204"/>
                  </a:lnTo>
                  <a:lnTo>
                    <a:pt x="12528" y="13220"/>
                  </a:lnTo>
                  <a:lnTo>
                    <a:pt x="12556" y="13267"/>
                  </a:lnTo>
                  <a:lnTo>
                    <a:pt x="12571" y="13314"/>
                  </a:lnTo>
                  <a:lnTo>
                    <a:pt x="12613" y="13439"/>
                  </a:lnTo>
                  <a:lnTo>
                    <a:pt x="12627" y="13549"/>
                  </a:lnTo>
                  <a:lnTo>
                    <a:pt x="12627" y="13737"/>
                  </a:lnTo>
                  <a:lnTo>
                    <a:pt x="12627" y="13862"/>
                  </a:lnTo>
                  <a:lnTo>
                    <a:pt x="12627" y="14113"/>
                  </a:lnTo>
                  <a:lnTo>
                    <a:pt x="12641" y="14175"/>
                  </a:lnTo>
                  <a:lnTo>
                    <a:pt x="12669" y="14222"/>
                  </a:lnTo>
                  <a:lnTo>
                    <a:pt x="12726" y="14285"/>
                  </a:lnTo>
                  <a:lnTo>
                    <a:pt x="12796" y="14395"/>
                  </a:lnTo>
                  <a:lnTo>
                    <a:pt x="12810" y="14426"/>
                  </a:lnTo>
                  <a:lnTo>
                    <a:pt x="12853" y="14551"/>
                  </a:lnTo>
                  <a:lnTo>
                    <a:pt x="12881" y="14583"/>
                  </a:lnTo>
                  <a:lnTo>
                    <a:pt x="12937" y="14692"/>
                  </a:lnTo>
                  <a:lnTo>
                    <a:pt x="12994" y="14755"/>
                  </a:lnTo>
                  <a:lnTo>
                    <a:pt x="13079" y="14833"/>
                  </a:lnTo>
                  <a:lnTo>
                    <a:pt x="13205" y="14974"/>
                  </a:lnTo>
                  <a:lnTo>
                    <a:pt x="13248" y="15006"/>
                  </a:lnTo>
                  <a:lnTo>
                    <a:pt x="13262" y="14990"/>
                  </a:lnTo>
                  <a:lnTo>
                    <a:pt x="13290" y="14990"/>
                  </a:lnTo>
                  <a:lnTo>
                    <a:pt x="13304" y="14943"/>
                  </a:lnTo>
                  <a:lnTo>
                    <a:pt x="13304" y="14880"/>
                  </a:lnTo>
                  <a:lnTo>
                    <a:pt x="13262" y="14771"/>
                  </a:lnTo>
                  <a:lnTo>
                    <a:pt x="13220" y="14661"/>
                  </a:lnTo>
                  <a:lnTo>
                    <a:pt x="13205" y="14614"/>
                  </a:lnTo>
                  <a:lnTo>
                    <a:pt x="13135" y="14520"/>
                  </a:lnTo>
                  <a:lnTo>
                    <a:pt x="13079" y="14457"/>
                  </a:lnTo>
                  <a:lnTo>
                    <a:pt x="12994" y="14379"/>
                  </a:lnTo>
                  <a:lnTo>
                    <a:pt x="12952" y="14363"/>
                  </a:lnTo>
                  <a:lnTo>
                    <a:pt x="12867" y="14301"/>
                  </a:lnTo>
                  <a:lnTo>
                    <a:pt x="12839" y="14254"/>
                  </a:lnTo>
                  <a:lnTo>
                    <a:pt x="12825" y="14191"/>
                  </a:lnTo>
                  <a:lnTo>
                    <a:pt x="12782" y="14019"/>
                  </a:lnTo>
                  <a:lnTo>
                    <a:pt x="12768" y="13894"/>
                  </a:lnTo>
                  <a:lnTo>
                    <a:pt x="12768" y="13862"/>
                  </a:lnTo>
                  <a:lnTo>
                    <a:pt x="12782" y="13737"/>
                  </a:lnTo>
                  <a:lnTo>
                    <a:pt x="12810" y="13627"/>
                  </a:lnTo>
                  <a:lnTo>
                    <a:pt x="12825" y="13596"/>
                  </a:lnTo>
                  <a:lnTo>
                    <a:pt x="12839" y="13580"/>
                  </a:lnTo>
                  <a:lnTo>
                    <a:pt x="12867" y="13580"/>
                  </a:lnTo>
                  <a:lnTo>
                    <a:pt x="12881" y="13580"/>
                  </a:lnTo>
                  <a:lnTo>
                    <a:pt x="12994" y="13627"/>
                  </a:lnTo>
                  <a:lnTo>
                    <a:pt x="13036" y="13643"/>
                  </a:lnTo>
                  <a:lnTo>
                    <a:pt x="13079" y="13674"/>
                  </a:lnTo>
                  <a:lnTo>
                    <a:pt x="13107" y="13721"/>
                  </a:lnTo>
                  <a:lnTo>
                    <a:pt x="13149" y="13768"/>
                  </a:lnTo>
                  <a:lnTo>
                    <a:pt x="13205" y="13831"/>
                  </a:lnTo>
                  <a:lnTo>
                    <a:pt x="13290" y="13909"/>
                  </a:lnTo>
                  <a:lnTo>
                    <a:pt x="13318" y="13956"/>
                  </a:lnTo>
                  <a:lnTo>
                    <a:pt x="13361" y="13941"/>
                  </a:lnTo>
                  <a:lnTo>
                    <a:pt x="13389" y="13956"/>
                  </a:lnTo>
                  <a:lnTo>
                    <a:pt x="13417" y="14003"/>
                  </a:lnTo>
                  <a:lnTo>
                    <a:pt x="13431" y="14050"/>
                  </a:lnTo>
                  <a:lnTo>
                    <a:pt x="13445" y="14066"/>
                  </a:lnTo>
                  <a:lnTo>
                    <a:pt x="13459" y="14082"/>
                  </a:lnTo>
                  <a:lnTo>
                    <a:pt x="13488" y="14082"/>
                  </a:lnTo>
                  <a:lnTo>
                    <a:pt x="13502" y="14066"/>
                  </a:lnTo>
                  <a:lnTo>
                    <a:pt x="13685" y="13909"/>
                  </a:lnTo>
                  <a:lnTo>
                    <a:pt x="13770" y="13831"/>
                  </a:lnTo>
                  <a:lnTo>
                    <a:pt x="13840" y="13768"/>
                  </a:lnTo>
                  <a:lnTo>
                    <a:pt x="13854" y="13721"/>
                  </a:lnTo>
                  <a:lnTo>
                    <a:pt x="13854" y="13659"/>
                  </a:lnTo>
                  <a:lnTo>
                    <a:pt x="13756" y="13236"/>
                  </a:lnTo>
                  <a:lnTo>
                    <a:pt x="13727" y="13189"/>
                  </a:lnTo>
                  <a:lnTo>
                    <a:pt x="13699" y="13142"/>
                  </a:lnTo>
                  <a:lnTo>
                    <a:pt x="13629" y="13048"/>
                  </a:lnTo>
                  <a:lnTo>
                    <a:pt x="13558" y="12922"/>
                  </a:lnTo>
                  <a:lnTo>
                    <a:pt x="13502" y="12813"/>
                  </a:lnTo>
                  <a:lnTo>
                    <a:pt x="13488" y="12781"/>
                  </a:lnTo>
                  <a:lnTo>
                    <a:pt x="13474" y="12734"/>
                  </a:lnTo>
                  <a:lnTo>
                    <a:pt x="13488" y="12687"/>
                  </a:lnTo>
                  <a:lnTo>
                    <a:pt x="13572" y="12625"/>
                  </a:lnTo>
                  <a:lnTo>
                    <a:pt x="13615" y="12593"/>
                  </a:lnTo>
                  <a:lnTo>
                    <a:pt x="13699" y="12578"/>
                  </a:lnTo>
                  <a:lnTo>
                    <a:pt x="13742" y="12578"/>
                  </a:lnTo>
                  <a:lnTo>
                    <a:pt x="13784" y="12609"/>
                  </a:lnTo>
                  <a:lnTo>
                    <a:pt x="13897" y="12687"/>
                  </a:lnTo>
                  <a:lnTo>
                    <a:pt x="13911" y="12703"/>
                  </a:lnTo>
                  <a:lnTo>
                    <a:pt x="13925" y="12687"/>
                  </a:lnTo>
                  <a:lnTo>
                    <a:pt x="13939" y="12687"/>
                  </a:lnTo>
                  <a:lnTo>
                    <a:pt x="13939" y="12656"/>
                  </a:lnTo>
                  <a:lnTo>
                    <a:pt x="13939" y="12640"/>
                  </a:lnTo>
                  <a:lnTo>
                    <a:pt x="13953" y="12578"/>
                  </a:lnTo>
                  <a:lnTo>
                    <a:pt x="13996" y="12562"/>
                  </a:lnTo>
                  <a:lnTo>
                    <a:pt x="14165" y="12515"/>
                  </a:lnTo>
                  <a:lnTo>
                    <a:pt x="14207" y="12484"/>
                  </a:lnTo>
                  <a:lnTo>
                    <a:pt x="14250" y="12453"/>
                  </a:lnTo>
                  <a:lnTo>
                    <a:pt x="14278" y="12421"/>
                  </a:lnTo>
                  <a:lnTo>
                    <a:pt x="14320" y="12421"/>
                  </a:lnTo>
                  <a:lnTo>
                    <a:pt x="14391" y="12421"/>
                  </a:lnTo>
                  <a:lnTo>
                    <a:pt x="14475" y="12390"/>
                  </a:lnTo>
                  <a:lnTo>
                    <a:pt x="14503" y="12374"/>
                  </a:lnTo>
                  <a:lnTo>
                    <a:pt x="14616" y="12312"/>
                  </a:lnTo>
                  <a:lnTo>
                    <a:pt x="14645" y="12296"/>
                  </a:lnTo>
                  <a:lnTo>
                    <a:pt x="14743" y="12233"/>
                  </a:lnTo>
                  <a:lnTo>
                    <a:pt x="14856" y="12139"/>
                  </a:lnTo>
                  <a:lnTo>
                    <a:pt x="14898" y="12108"/>
                  </a:lnTo>
                  <a:lnTo>
                    <a:pt x="14927" y="12061"/>
                  </a:lnTo>
                  <a:lnTo>
                    <a:pt x="14955" y="12014"/>
                  </a:lnTo>
                  <a:lnTo>
                    <a:pt x="14997" y="11904"/>
                  </a:lnTo>
                  <a:lnTo>
                    <a:pt x="15025" y="11857"/>
                  </a:lnTo>
                  <a:lnTo>
                    <a:pt x="15082" y="11748"/>
                  </a:lnTo>
                  <a:lnTo>
                    <a:pt x="15152" y="11622"/>
                  </a:lnTo>
                  <a:lnTo>
                    <a:pt x="15167" y="11575"/>
                  </a:lnTo>
                  <a:lnTo>
                    <a:pt x="15181" y="11513"/>
                  </a:lnTo>
                  <a:lnTo>
                    <a:pt x="15181" y="11481"/>
                  </a:lnTo>
                  <a:lnTo>
                    <a:pt x="15167" y="11434"/>
                  </a:lnTo>
                  <a:lnTo>
                    <a:pt x="15152" y="11387"/>
                  </a:lnTo>
                  <a:lnTo>
                    <a:pt x="15138" y="11340"/>
                  </a:lnTo>
                  <a:lnTo>
                    <a:pt x="15152" y="11309"/>
                  </a:lnTo>
                  <a:lnTo>
                    <a:pt x="15167" y="11262"/>
                  </a:lnTo>
                  <a:lnTo>
                    <a:pt x="15152" y="11215"/>
                  </a:lnTo>
                  <a:lnTo>
                    <a:pt x="15138" y="11168"/>
                  </a:lnTo>
                  <a:lnTo>
                    <a:pt x="15096" y="11058"/>
                  </a:lnTo>
                  <a:lnTo>
                    <a:pt x="14997" y="10792"/>
                  </a:lnTo>
                  <a:lnTo>
                    <a:pt x="14969" y="10698"/>
                  </a:lnTo>
                  <a:lnTo>
                    <a:pt x="14983" y="10651"/>
                  </a:lnTo>
                  <a:lnTo>
                    <a:pt x="15011" y="10604"/>
                  </a:lnTo>
                  <a:lnTo>
                    <a:pt x="15068" y="10542"/>
                  </a:lnTo>
                  <a:lnTo>
                    <a:pt x="15167" y="10479"/>
                  </a:lnTo>
                  <a:lnTo>
                    <a:pt x="15195" y="10448"/>
                  </a:lnTo>
                  <a:lnTo>
                    <a:pt x="15237" y="10416"/>
                  </a:lnTo>
                  <a:lnTo>
                    <a:pt x="15251" y="10385"/>
                  </a:lnTo>
                  <a:lnTo>
                    <a:pt x="15237" y="10354"/>
                  </a:lnTo>
                  <a:lnTo>
                    <a:pt x="15195" y="10354"/>
                  </a:lnTo>
                  <a:lnTo>
                    <a:pt x="15096" y="10354"/>
                  </a:lnTo>
                  <a:lnTo>
                    <a:pt x="15011" y="10354"/>
                  </a:lnTo>
                  <a:lnTo>
                    <a:pt x="14941" y="10354"/>
                  </a:lnTo>
                  <a:lnTo>
                    <a:pt x="14913" y="10338"/>
                  </a:lnTo>
                  <a:lnTo>
                    <a:pt x="14884" y="10291"/>
                  </a:lnTo>
                  <a:lnTo>
                    <a:pt x="14856" y="10244"/>
                  </a:lnTo>
                  <a:lnTo>
                    <a:pt x="14800" y="10150"/>
                  </a:lnTo>
                  <a:lnTo>
                    <a:pt x="14786" y="10134"/>
                  </a:lnTo>
                  <a:lnTo>
                    <a:pt x="14786" y="10119"/>
                  </a:lnTo>
                  <a:lnTo>
                    <a:pt x="14814" y="10087"/>
                  </a:lnTo>
                  <a:lnTo>
                    <a:pt x="14856" y="10072"/>
                  </a:lnTo>
                  <a:lnTo>
                    <a:pt x="14955" y="10009"/>
                  </a:lnTo>
                  <a:lnTo>
                    <a:pt x="14997" y="9993"/>
                  </a:lnTo>
                  <a:lnTo>
                    <a:pt x="15082" y="9915"/>
                  </a:lnTo>
                  <a:lnTo>
                    <a:pt x="15138" y="9852"/>
                  </a:lnTo>
                  <a:lnTo>
                    <a:pt x="15181" y="9821"/>
                  </a:lnTo>
                  <a:lnTo>
                    <a:pt x="15223" y="9805"/>
                  </a:lnTo>
                  <a:lnTo>
                    <a:pt x="15223" y="9821"/>
                  </a:lnTo>
                  <a:lnTo>
                    <a:pt x="15237" y="9821"/>
                  </a:lnTo>
                  <a:lnTo>
                    <a:pt x="15223" y="9868"/>
                  </a:lnTo>
                  <a:lnTo>
                    <a:pt x="15209" y="9915"/>
                  </a:lnTo>
                  <a:lnTo>
                    <a:pt x="15195" y="9962"/>
                  </a:lnTo>
                  <a:lnTo>
                    <a:pt x="15223" y="10009"/>
                  </a:lnTo>
                  <a:lnTo>
                    <a:pt x="15251" y="10025"/>
                  </a:lnTo>
                  <a:lnTo>
                    <a:pt x="15279" y="10040"/>
                  </a:lnTo>
                  <a:lnTo>
                    <a:pt x="15378" y="10025"/>
                  </a:lnTo>
                  <a:lnTo>
                    <a:pt x="15477" y="9978"/>
                  </a:lnTo>
                  <a:lnTo>
                    <a:pt x="15533" y="9978"/>
                  </a:lnTo>
                  <a:lnTo>
                    <a:pt x="15576" y="9993"/>
                  </a:lnTo>
                  <a:lnTo>
                    <a:pt x="15618" y="10009"/>
                  </a:lnTo>
                  <a:lnTo>
                    <a:pt x="15660" y="10056"/>
                  </a:lnTo>
                  <a:lnTo>
                    <a:pt x="15689" y="10103"/>
                  </a:lnTo>
                  <a:lnTo>
                    <a:pt x="15717" y="10134"/>
                  </a:lnTo>
                  <a:lnTo>
                    <a:pt x="15731" y="10228"/>
                  </a:lnTo>
                  <a:lnTo>
                    <a:pt x="15731" y="10338"/>
                  </a:lnTo>
                  <a:lnTo>
                    <a:pt x="15731" y="10432"/>
                  </a:lnTo>
                  <a:lnTo>
                    <a:pt x="15717" y="10557"/>
                  </a:lnTo>
                  <a:lnTo>
                    <a:pt x="15689" y="10667"/>
                  </a:lnTo>
                  <a:lnTo>
                    <a:pt x="15674" y="10698"/>
                  </a:lnTo>
                  <a:lnTo>
                    <a:pt x="15689" y="10714"/>
                  </a:lnTo>
                  <a:lnTo>
                    <a:pt x="15703" y="10730"/>
                  </a:lnTo>
                  <a:lnTo>
                    <a:pt x="15717" y="10730"/>
                  </a:lnTo>
                  <a:lnTo>
                    <a:pt x="15745" y="10730"/>
                  </a:lnTo>
                  <a:lnTo>
                    <a:pt x="15801" y="10730"/>
                  </a:lnTo>
                  <a:lnTo>
                    <a:pt x="15858" y="10698"/>
                  </a:lnTo>
                  <a:lnTo>
                    <a:pt x="15886" y="10683"/>
                  </a:lnTo>
                  <a:lnTo>
                    <a:pt x="15971" y="10620"/>
                  </a:lnTo>
                  <a:lnTo>
                    <a:pt x="16041" y="10542"/>
                  </a:lnTo>
                  <a:lnTo>
                    <a:pt x="16069" y="10495"/>
                  </a:lnTo>
                  <a:lnTo>
                    <a:pt x="16055" y="10448"/>
                  </a:lnTo>
                  <a:lnTo>
                    <a:pt x="15971" y="10244"/>
                  </a:lnTo>
                  <a:lnTo>
                    <a:pt x="15943" y="10150"/>
                  </a:lnTo>
                  <a:lnTo>
                    <a:pt x="15943" y="10056"/>
                  </a:lnTo>
                  <a:lnTo>
                    <a:pt x="15943" y="10025"/>
                  </a:lnTo>
                  <a:lnTo>
                    <a:pt x="15943" y="9931"/>
                  </a:lnTo>
                  <a:lnTo>
                    <a:pt x="15914" y="9837"/>
                  </a:lnTo>
                  <a:lnTo>
                    <a:pt x="15900" y="9790"/>
                  </a:lnTo>
                  <a:lnTo>
                    <a:pt x="15886" y="9743"/>
                  </a:lnTo>
                  <a:lnTo>
                    <a:pt x="15914" y="9696"/>
                  </a:lnTo>
                  <a:lnTo>
                    <a:pt x="15985" y="9617"/>
                  </a:lnTo>
                  <a:lnTo>
                    <a:pt x="16041" y="9555"/>
                  </a:lnTo>
                  <a:lnTo>
                    <a:pt x="16084" y="9523"/>
                  </a:lnTo>
                  <a:lnTo>
                    <a:pt x="16126" y="9508"/>
                  </a:lnTo>
                  <a:lnTo>
                    <a:pt x="16154" y="9523"/>
                  </a:lnTo>
                  <a:lnTo>
                    <a:pt x="16168" y="9539"/>
                  </a:lnTo>
                  <a:lnTo>
                    <a:pt x="16168" y="9570"/>
                  </a:lnTo>
                  <a:lnTo>
                    <a:pt x="16182" y="9586"/>
                  </a:lnTo>
                  <a:lnTo>
                    <a:pt x="16253" y="9586"/>
                  </a:lnTo>
                  <a:lnTo>
                    <a:pt x="16295" y="9570"/>
                  </a:lnTo>
                  <a:lnTo>
                    <a:pt x="16323" y="9539"/>
                  </a:lnTo>
                  <a:lnTo>
                    <a:pt x="16366" y="9523"/>
                  </a:lnTo>
                  <a:lnTo>
                    <a:pt x="16408" y="9539"/>
                  </a:lnTo>
                  <a:lnTo>
                    <a:pt x="16450" y="9555"/>
                  </a:lnTo>
                  <a:lnTo>
                    <a:pt x="16493" y="9570"/>
                  </a:lnTo>
                  <a:lnTo>
                    <a:pt x="16535" y="9539"/>
                  </a:lnTo>
                  <a:lnTo>
                    <a:pt x="16662" y="9398"/>
                  </a:lnTo>
                  <a:lnTo>
                    <a:pt x="16747" y="9304"/>
                  </a:lnTo>
                  <a:lnTo>
                    <a:pt x="16803" y="9241"/>
                  </a:lnTo>
                  <a:lnTo>
                    <a:pt x="16874" y="9147"/>
                  </a:lnTo>
                  <a:lnTo>
                    <a:pt x="17085" y="8866"/>
                  </a:lnTo>
                  <a:lnTo>
                    <a:pt x="17142" y="8756"/>
                  </a:lnTo>
                  <a:lnTo>
                    <a:pt x="17226" y="8568"/>
                  </a:lnTo>
                  <a:lnTo>
                    <a:pt x="17255" y="8505"/>
                  </a:lnTo>
                  <a:lnTo>
                    <a:pt x="17255" y="8443"/>
                  </a:lnTo>
                  <a:lnTo>
                    <a:pt x="17255" y="8270"/>
                  </a:lnTo>
                  <a:lnTo>
                    <a:pt x="17269" y="8145"/>
                  </a:lnTo>
                  <a:lnTo>
                    <a:pt x="17311" y="7800"/>
                  </a:lnTo>
                  <a:lnTo>
                    <a:pt x="17325" y="7675"/>
                  </a:lnTo>
                  <a:lnTo>
                    <a:pt x="17325" y="7659"/>
                  </a:lnTo>
                  <a:lnTo>
                    <a:pt x="17311" y="7597"/>
                  </a:lnTo>
                  <a:lnTo>
                    <a:pt x="17283" y="7550"/>
                  </a:lnTo>
                  <a:lnTo>
                    <a:pt x="17226" y="7487"/>
                  </a:lnTo>
                  <a:lnTo>
                    <a:pt x="17184" y="7456"/>
                  </a:lnTo>
                  <a:lnTo>
                    <a:pt x="17142" y="7472"/>
                  </a:lnTo>
                  <a:lnTo>
                    <a:pt x="17029" y="7550"/>
                  </a:lnTo>
                  <a:lnTo>
                    <a:pt x="16972" y="7581"/>
                  </a:lnTo>
                  <a:lnTo>
                    <a:pt x="16930" y="7565"/>
                  </a:lnTo>
                  <a:lnTo>
                    <a:pt x="16888" y="7550"/>
                  </a:lnTo>
                  <a:lnTo>
                    <a:pt x="16845" y="7503"/>
                  </a:lnTo>
                  <a:lnTo>
                    <a:pt x="16817" y="7456"/>
                  </a:lnTo>
                  <a:lnTo>
                    <a:pt x="16803" y="7425"/>
                  </a:lnTo>
                  <a:lnTo>
                    <a:pt x="16775" y="7378"/>
                  </a:lnTo>
                  <a:lnTo>
                    <a:pt x="16733" y="7362"/>
                  </a:lnTo>
                  <a:lnTo>
                    <a:pt x="16718" y="7346"/>
                  </a:lnTo>
                  <a:lnTo>
                    <a:pt x="16733" y="7331"/>
                  </a:lnTo>
                  <a:lnTo>
                    <a:pt x="16817" y="7237"/>
                  </a:lnTo>
                  <a:lnTo>
                    <a:pt x="16944" y="7096"/>
                  </a:lnTo>
                  <a:lnTo>
                    <a:pt x="17015" y="7017"/>
                  </a:lnTo>
                  <a:lnTo>
                    <a:pt x="17071" y="6955"/>
                  </a:lnTo>
                  <a:lnTo>
                    <a:pt x="17099" y="6908"/>
                  </a:lnTo>
                  <a:lnTo>
                    <a:pt x="17114" y="6861"/>
                  </a:lnTo>
                  <a:lnTo>
                    <a:pt x="17128" y="6829"/>
                  </a:lnTo>
                  <a:lnTo>
                    <a:pt x="17156" y="6782"/>
                  </a:lnTo>
                  <a:lnTo>
                    <a:pt x="17565" y="6328"/>
                  </a:lnTo>
                  <a:lnTo>
                    <a:pt x="17607" y="6297"/>
                  </a:lnTo>
                  <a:lnTo>
                    <a:pt x="17664" y="6281"/>
                  </a:lnTo>
                  <a:lnTo>
                    <a:pt x="17678" y="6281"/>
                  </a:lnTo>
                  <a:lnTo>
                    <a:pt x="17791" y="6281"/>
                  </a:lnTo>
                  <a:lnTo>
                    <a:pt x="18031" y="6281"/>
                  </a:lnTo>
                  <a:lnTo>
                    <a:pt x="18087" y="6281"/>
                  </a:lnTo>
                  <a:lnTo>
                    <a:pt x="18129" y="6265"/>
                  </a:lnTo>
                  <a:lnTo>
                    <a:pt x="18172" y="6234"/>
                  </a:lnTo>
                  <a:lnTo>
                    <a:pt x="18228" y="6218"/>
                  </a:lnTo>
                  <a:lnTo>
                    <a:pt x="18270" y="6234"/>
                  </a:lnTo>
                  <a:lnTo>
                    <a:pt x="18369" y="6265"/>
                  </a:lnTo>
                  <a:lnTo>
                    <a:pt x="18411" y="6297"/>
                  </a:lnTo>
                  <a:lnTo>
                    <a:pt x="18426" y="6344"/>
                  </a:lnTo>
                  <a:lnTo>
                    <a:pt x="18426" y="6375"/>
                  </a:lnTo>
                  <a:lnTo>
                    <a:pt x="18440" y="6406"/>
                  </a:lnTo>
                  <a:lnTo>
                    <a:pt x="18440" y="6422"/>
                  </a:lnTo>
                  <a:lnTo>
                    <a:pt x="18468" y="6422"/>
                  </a:lnTo>
                  <a:lnTo>
                    <a:pt x="18482" y="6438"/>
                  </a:lnTo>
                  <a:lnTo>
                    <a:pt x="18722" y="6375"/>
                  </a:lnTo>
                  <a:lnTo>
                    <a:pt x="18807" y="6359"/>
                  </a:lnTo>
                  <a:lnTo>
                    <a:pt x="18821" y="6359"/>
                  </a:lnTo>
                  <a:lnTo>
                    <a:pt x="18807" y="6328"/>
                  </a:lnTo>
                  <a:lnTo>
                    <a:pt x="18792" y="6281"/>
                  </a:lnTo>
                  <a:lnTo>
                    <a:pt x="18792" y="6234"/>
                  </a:lnTo>
                  <a:lnTo>
                    <a:pt x="18821" y="6124"/>
                  </a:lnTo>
                  <a:lnTo>
                    <a:pt x="18863" y="5999"/>
                  </a:lnTo>
                  <a:lnTo>
                    <a:pt x="18891" y="5889"/>
                  </a:lnTo>
                  <a:lnTo>
                    <a:pt x="18919" y="5842"/>
                  </a:lnTo>
                  <a:lnTo>
                    <a:pt x="18962" y="5796"/>
                  </a:lnTo>
                  <a:lnTo>
                    <a:pt x="19075" y="5717"/>
                  </a:lnTo>
                  <a:lnTo>
                    <a:pt x="19117" y="5686"/>
                  </a:lnTo>
                  <a:lnTo>
                    <a:pt x="19173" y="5686"/>
                  </a:lnTo>
                  <a:lnTo>
                    <a:pt x="19343" y="5733"/>
                  </a:lnTo>
                  <a:lnTo>
                    <a:pt x="19385" y="5764"/>
                  </a:lnTo>
                  <a:lnTo>
                    <a:pt x="19427" y="5811"/>
                  </a:lnTo>
                  <a:lnTo>
                    <a:pt x="19441" y="5842"/>
                  </a:lnTo>
                  <a:lnTo>
                    <a:pt x="19456" y="5874"/>
                  </a:lnTo>
                  <a:lnTo>
                    <a:pt x="19470" y="5874"/>
                  </a:lnTo>
                  <a:lnTo>
                    <a:pt x="19484" y="5874"/>
                  </a:lnTo>
                  <a:lnTo>
                    <a:pt x="19498" y="5858"/>
                  </a:lnTo>
                  <a:lnTo>
                    <a:pt x="19568" y="5796"/>
                  </a:lnTo>
                  <a:lnTo>
                    <a:pt x="19653" y="5717"/>
                  </a:lnTo>
                  <a:lnTo>
                    <a:pt x="19836" y="5561"/>
                  </a:lnTo>
                  <a:lnTo>
                    <a:pt x="19851" y="5545"/>
                  </a:lnTo>
                  <a:lnTo>
                    <a:pt x="19865" y="5545"/>
                  </a:lnTo>
                  <a:lnTo>
                    <a:pt x="19879" y="5561"/>
                  </a:lnTo>
                  <a:lnTo>
                    <a:pt x="19879" y="5592"/>
                  </a:lnTo>
                  <a:lnTo>
                    <a:pt x="19879" y="5764"/>
                  </a:lnTo>
                  <a:lnTo>
                    <a:pt x="19865" y="5827"/>
                  </a:lnTo>
                  <a:lnTo>
                    <a:pt x="19836" y="5874"/>
                  </a:lnTo>
                  <a:lnTo>
                    <a:pt x="19709" y="6015"/>
                  </a:lnTo>
                  <a:lnTo>
                    <a:pt x="19625" y="6093"/>
                  </a:lnTo>
                  <a:lnTo>
                    <a:pt x="19582" y="6109"/>
                  </a:lnTo>
                  <a:lnTo>
                    <a:pt x="19540" y="6140"/>
                  </a:lnTo>
                  <a:lnTo>
                    <a:pt x="19498" y="6187"/>
                  </a:lnTo>
                  <a:lnTo>
                    <a:pt x="19427" y="6312"/>
                  </a:lnTo>
                  <a:lnTo>
                    <a:pt x="19357" y="6406"/>
                  </a:lnTo>
                  <a:lnTo>
                    <a:pt x="19300" y="6469"/>
                  </a:lnTo>
                  <a:lnTo>
                    <a:pt x="19216" y="6563"/>
                  </a:lnTo>
                  <a:lnTo>
                    <a:pt x="19159" y="6626"/>
                  </a:lnTo>
                  <a:lnTo>
                    <a:pt x="19117" y="6657"/>
                  </a:lnTo>
                  <a:lnTo>
                    <a:pt x="19089" y="6673"/>
                  </a:lnTo>
                  <a:lnTo>
                    <a:pt x="19060" y="6688"/>
                  </a:lnTo>
                  <a:lnTo>
                    <a:pt x="19032" y="6735"/>
                  </a:lnTo>
                  <a:lnTo>
                    <a:pt x="18934" y="7080"/>
                  </a:lnTo>
                  <a:lnTo>
                    <a:pt x="18919" y="7127"/>
                  </a:lnTo>
                  <a:lnTo>
                    <a:pt x="18919" y="7190"/>
                  </a:lnTo>
                  <a:lnTo>
                    <a:pt x="19046" y="7988"/>
                  </a:lnTo>
                  <a:lnTo>
                    <a:pt x="19046" y="8004"/>
                  </a:lnTo>
                  <a:lnTo>
                    <a:pt x="19060" y="8020"/>
                  </a:lnTo>
                  <a:lnTo>
                    <a:pt x="19075" y="8020"/>
                  </a:lnTo>
                  <a:lnTo>
                    <a:pt x="19089" y="8004"/>
                  </a:lnTo>
                  <a:lnTo>
                    <a:pt x="19230" y="7800"/>
                  </a:lnTo>
                  <a:lnTo>
                    <a:pt x="19286" y="7706"/>
                  </a:lnTo>
                  <a:lnTo>
                    <a:pt x="19357" y="7612"/>
                  </a:lnTo>
                  <a:lnTo>
                    <a:pt x="19371" y="7565"/>
                  </a:lnTo>
                  <a:lnTo>
                    <a:pt x="19427" y="7456"/>
                  </a:lnTo>
                  <a:lnTo>
                    <a:pt x="19441" y="7425"/>
                  </a:lnTo>
                  <a:lnTo>
                    <a:pt x="19470" y="7362"/>
                  </a:lnTo>
                  <a:lnTo>
                    <a:pt x="19512" y="7331"/>
                  </a:lnTo>
                  <a:lnTo>
                    <a:pt x="19554" y="7315"/>
                  </a:lnTo>
                  <a:lnTo>
                    <a:pt x="19582" y="7268"/>
                  </a:lnTo>
                  <a:lnTo>
                    <a:pt x="19597" y="7221"/>
                  </a:lnTo>
                  <a:lnTo>
                    <a:pt x="19597" y="7190"/>
                  </a:lnTo>
                  <a:lnTo>
                    <a:pt x="19611" y="7143"/>
                  </a:lnTo>
                  <a:lnTo>
                    <a:pt x="19639" y="7096"/>
                  </a:lnTo>
                  <a:lnTo>
                    <a:pt x="19667" y="7049"/>
                  </a:lnTo>
                  <a:lnTo>
                    <a:pt x="19681" y="7002"/>
                  </a:lnTo>
                  <a:lnTo>
                    <a:pt x="19724" y="6814"/>
                  </a:lnTo>
                  <a:lnTo>
                    <a:pt x="19738" y="6704"/>
                  </a:lnTo>
                  <a:lnTo>
                    <a:pt x="19724" y="6688"/>
                  </a:lnTo>
                  <a:lnTo>
                    <a:pt x="19681" y="6673"/>
                  </a:lnTo>
                  <a:lnTo>
                    <a:pt x="19653" y="6673"/>
                  </a:lnTo>
                  <a:lnTo>
                    <a:pt x="19639" y="6673"/>
                  </a:lnTo>
                  <a:lnTo>
                    <a:pt x="19625" y="6657"/>
                  </a:lnTo>
                  <a:lnTo>
                    <a:pt x="19625" y="6641"/>
                  </a:lnTo>
                  <a:lnTo>
                    <a:pt x="19625" y="6610"/>
                  </a:lnTo>
                  <a:lnTo>
                    <a:pt x="19724" y="6344"/>
                  </a:lnTo>
                  <a:lnTo>
                    <a:pt x="19738" y="6297"/>
                  </a:lnTo>
                  <a:lnTo>
                    <a:pt x="19780" y="6250"/>
                  </a:lnTo>
                  <a:lnTo>
                    <a:pt x="19865" y="6187"/>
                  </a:lnTo>
                  <a:lnTo>
                    <a:pt x="19893" y="6156"/>
                  </a:lnTo>
                  <a:lnTo>
                    <a:pt x="19978" y="6140"/>
                  </a:lnTo>
                  <a:lnTo>
                    <a:pt x="20020" y="6140"/>
                  </a:lnTo>
                  <a:lnTo>
                    <a:pt x="20048" y="6171"/>
                  </a:lnTo>
                  <a:lnTo>
                    <a:pt x="20062" y="6187"/>
                  </a:lnTo>
                  <a:lnTo>
                    <a:pt x="20090" y="6187"/>
                  </a:lnTo>
                  <a:lnTo>
                    <a:pt x="20133" y="6171"/>
                  </a:lnTo>
                  <a:lnTo>
                    <a:pt x="20246" y="6030"/>
                  </a:lnTo>
                  <a:lnTo>
                    <a:pt x="20274" y="6015"/>
                  </a:lnTo>
                  <a:lnTo>
                    <a:pt x="20288" y="6015"/>
                  </a:lnTo>
                  <a:lnTo>
                    <a:pt x="20316" y="6015"/>
                  </a:lnTo>
                  <a:lnTo>
                    <a:pt x="20330" y="6030"/>
                  </a:lnTo>
                  <a:lnTo>
                    <a:pt x="20457" y="6171"/>
                  </a:lnTo>
                  <a:lnTo>
                    <a:pt x="20471" y="6187"/>
                  </a:lnTo>
                  <a:lnTo>
                    <a:pt x="20500" y="6187"/>
                  </a:lnTo>
                  <a:lnTo>
                    <a:pt x="20514" y="6171"/>
                  </a:lnTo>
                  <a:lnTo>
                    <a:pt x="20514" y="6156"/>
                  </a:lnTo>
                  <a:lnTo>
                    <a:pt x="20556" y="6046"/>
                  </a:lnTo>
                  <a:lnTo>
                    <a:pt x="20584" y="5999"/>
                  </a:lnTo>
                  <a:lnTo>
                    <a:pt x="20627" y="5983"/>
                  </a:lnTo>
                  <a:lnTo>
                    <a:pt x="20655" y="5983"/>
                  </a:lnTo>
                  <a:lnTo>
                    <a:pt x="20697" y="5968"/>
                  </a:lnTo>
                  <a:lnTo>
                    <a:pt x="20739" y="5936"/>
                  </a:lnTo>
                  <a:lnTo>
                    <a:pt x="20880" y="5733"/>
                  </a:lnTo>
                  <a:lnTo>
                    <a:pt x="20923" y="5686"/>
                  </a:lnTo>
                  <a:lnTo>
                    <a:pt x="20965" y="5655"/>
                  </a:lnTo>
                  <a:lnTo>
                    <a:pt x="21134" y="5545"/>
                  </a:lnTo>
                  <a:lnTo>
                    <a:pt x="21191" y="5529"/>
                  </a:lnTo>
                  <a:lnTo>
                    <a:pt x="21247" y="5529"/>
                  </a:lnTo>
                  <a:lnTo>
                    <a:pt x="21275" y="5529"/>
                  </a:lnTo>
                  <a:lnTo>
                    <a:pt x="21332" y="5529"/>
                  </a:lnTo>
                  <a:lnTo>
                    <a:pt x="21374" y="5545"/>
                  </a:lnTo>
                  <a:lnTo>
                    <a:pt x="21417" y="5576"/>
                  </a:lnTo>
                  <a:lnTo>
                    <a:pt x="21459" y="5576"/>
                  </a:lnTo>
                  <a:lnTo>
                    <a:pt x="21473" y="5561"/>
                  </a:lnTo>
                  <a:lnTo>
                    <a:pt x="21473" y="5467"/>
                  </a:lnTo>
                  <a:lnTo>
                    <a:pt x="21473" y="5435"/>
                  </a:lnTo>
                  <a:lnTo>
                    <a:pt x="21445" y="5310"/>
                  </a:lnTo>
                  <a:lnTo>
                    <a:pt x="21417" y="5200"/>
                  </a:lnTo>
                  <a:lnTo>
                    <a:pt x="21388" y="5138"/>
                  </a:lnTo>
                  <a:lnTo>
                    <a:pt x="21360" y="5091"/>
                  </a:lnTo>
                  <a:lnTo>
                    <a:pt x="21304" y="5028"/>
                  </a:lnTo>
                  <a:lnTo>
                    <a:pt x="21290" y="5012"/>
                  </a:lnTo>
                  <a:lnTo>
                    <a:pt x="21290" y="4997"/>
                  </a:lnTo>
                  <a:lnTo>
                    <a:pt x="21290" y="4965"/>
                  </a:lnTo>
                  <a:lnTo>
                    <a:pt x="21318" y="4965"/>
                  </a:lnTo>
                  <a:lnTo>
                    <a:pt x="21346" y="4934"/>
                  </a:lnTo>
                  <a:lnTo>
                    <a:pt x="21445" y="4887"/>
                  </a:lnTo>
                  <a:lnTo>
                    <a:pt x="21487" y="4856"/>
                  </a:lnTo>
                  <a:close/>
                  <a:moveTo>
                    <a:pt x="2963" y="7284"/>
                  </a:moveTo>
                  <a:lnTo>
                    <a:pt x="2963" y="7284"/>
                  </a:lnTo>
                  <a:lnTo>
                    <a:pt x="2920" y="7237"/>
                  </a:lnTo>
                  <a:lnTo>
                    <a:pt x="2892" y="7205"/>
                  </a:lnTo>
                  <a:lnTo>
                    <a:pt x="2920" y="7237"/>
                  </a:lnTo>
                  <a:lnTo>
                    <a:pt x="2963" y="7284"/>
                  </a:lnTo>
                  <a:close/>
                  <a:moveTo>
                    <a:pt x="6617" y="9743"/>
                  </a:moveTo>
                  <a:lnTo>
                    <a:pt x="6617" y="9743"/>
                  </a:lnTo>
                  <a:lnTo>
                    <a:pt x="6589" y="9696"/>
                  </a:lnTo>
                  <a:lnTo>
                    <a:pt x="6546" y="9680"/>
                  </a:lnTo>
                  <a:lnTo>
                    <a:pt x="6518" y="9664"/>
                  </a:lnTo>
                  <a:lnTo>
                    <a:pt x="6448" y="9664"/>
                  </a:lnTo>
                  <a:lnTo>
                    <a:pt x="6363" y="9696"/>
                  </a:lnTo>
                  <a:lnTo>
                    <a:pt x="6321" y="9711"/>
                  </a:lnTo>
                  <a:lnTo>
                    <a:pt x="6278" y="9727"/>
                  </a:lnTo>
                  <a:lnTo>
                    <a:pt x="6222" y="9743"/>
                  </a:lnTo>
                  <a:lnTo>
                    <a:pt x="6194" y="9743"/>
                  </a:lnTo>
                  <a:lnTo>
                    <a:pt x="6095" y="9743"/>
                  </a:lnTo>
                  <a:lnTo>
                    <a:pt x="6010" y="9711"/>
                  </a:lnTo>
                  <a:lnTo>
                    <a:pt x="5982" y="9696"/>
                  </a:lnTo>
                  <a:lnTo>
                    <a:pt x="5897" y="9664"/>
                  </a:lnTo>
                  <a:lnTo>
                    <a:pt x="5799" y="9664"/>
                  </a:lnTo>
                  <a:lnTo>
                    <a:pt x="5643" y="9664"/>
                  </a:lnTo>
                  <a:lnTo>
                    <a:pt x="5545" y="9664"/>
                  </a:lnTo>
                  <a:lnTo>
                    <a:pt x="5460" y="9664"/>
                  </a:lnTo>
                  <a:lnTo>
                    <a:pt x="5432" y="9664"/>
                  </a:lnTo>
                  <a:lnTo>
                    <a:pt x="5389" y="9680"/>
                  </a:lnTo>
                  <a:lnTo>
                    <a:pt x="5347" y="9696"/>
                  </a:lnTo>
                  <a:lnTo>
                    <a:pt x="5262" y="9774"/>
                  </a:lnTo>
                  <a:lnTo>
                    <a:pt x="5220" y="9790"/>
                  </a:lnTo>
                  <a:lnTo>
                    <a:pt x="5178" y="9790"/>
                  </a:lnTo>
                  <a:lnTo>
                    <a:pt x="5135" y="9774"/>
                  </a:lnTo>
                  <a:lnTo>
                    <a:pt x="5093" y="9743"/>
                  </a:lnTo>
                  <a:lnTo>
                    <a:pt x="5051" y="9711"/>
                  </a:lnTo>
                  <a:lnTo>
                    <a:pt x="4952" y="9680"/>
                  </a:lnTo>
                  <a:lnTo>
                    <a:pt x="4910" y="9649"/>
                  </a:lnTo>
                  <a:lnTo>
                    <a:pt x="4896" y="9602"/>
                  </a:lnTo>
                  <a:lnTo>
                    <a:pt x="4896" y="9570"/>
                  </a:lnTo>
                  <a:lnTo>
                    <a:pt x="4910" y="9508"/>
                  </a:lnTo>
                  <a:lnTo>
                    <a:pt x="4938" y="9461"/>
                  </a:lnTo>
                  <a:lnTo>
                    <a:pt x="4994" y="9398"/>
                  </a:lnTo>
                  <a:lnTo>
                    <a:pt x="5037" y="9351"/>
                  </a:lnTo>
                  <a:lnTo>
                    <a:pt x="5037" y="9288"/>
                  </a:lnTo>
                  <a:lnTo>
                    <a:pt x="5037" y="9179"/>
                  </a:lnTo>
                  <a:lnTo>
                    <a:pt x="5037" y="9132"/>
                  </a:lnTo>
                  <a:lnTo>
                    <a:pt x="5065" y="9085"/>
                  </a:lnTo>
                  <a:lnTo>
                    <a:pt x="5107" y="9054"/>
                  </a:lnTo>
                  <a:lnTo>
                    <a:pt x="5135" y="9007"/>
                  </a:lnTo>
                  <a:lnTo>
                    <a:pt x="5220" y="8944"/>
                  </a:lnTo>
                  <a:lnTo>
                    <a:pt x="5262" y="8928"/>
                  </a:lnTo>
                  <a:lnTo>
                    <a:pt x="5319" y="8897"/>
                  </a:lnTo>
                  <a:lnTo>
                    <a:pt x="5361" y="8897"/>
                  </a:lnTo>
                  <a:lnTo>
                    <a:pt x="5389" y="8897"/>
                  </a:lnTo>
                  <a:lnTo>
                    <a:pt x="5446" y="8913"/>
                  </a:lnTo>
                  <a:lnTo>
                    <a:pt x="5488" y="8928"/>
                  </a:lnTo>
                  <a:lnTo>
                    <a:pt x="5502" y="8975"/>
                  </a:lnTo>
                  <a:lnTo>
                    <a:pt x="5488" y="9007"/>
                  </a:lnTo>
                  <a:lnTo>
                    <a:pt x="5474" y="9022"/>
                  </a:lnTo>
                  <a:lnTo>
                    <a:pt x="5474" y="9054"/>
                  </a:lnTo>
                  <a:lnTo>
                    <a:pt x="5488" y="9085"/>
                  </a:lnTo>
                  <a:lnTo>
                    <a:pt x="5545" y="9163"/>
                  </a:lnTo>
                  <a:lnTo>
                    <a:pt x="5587" y="9179"/>
                  </a:lnTo>
                  <a:lnTo>
                    <a:pt x="5643" y="9179"/>
                  </a:lnTo>
                  <a:lnTo>
                    <a:pt x="5813" y="9069"/>
                  </a:lnTo>
                  <a:lnTo>
                    <a:pt x="5869" y="9054"/>
                  </a:lnTo>
                  <a:lnTo>
                    <a:pt x="5911" y="9069"/>
                  </a:lnTo>
                  <a:lnTo>
                    <a:pt x="6081" y="9116"/>
                  </a:lnTo>
                  <a:lnTo>
                    <a:pt x="6137" y="9132"/>
                  </a:lnTo>
                  <a:lnTo>
                    <a:pt x="6165" y="9179"/>
                  </a:lnTo>
                  <a:lnTo>
                    <a:pt x="6250" y="9304"/>
                  </a:lnTo>
                  <a:lnTo>
                    <a:pt x="6264" y="9351"/>
                  </a:lnTo>
                  <a:lnTo>
                    <a:pt x="6278" y="9398"/>
                  </a:lnTo>
                  <a:lnTo>
                    <a:pt x="6292" y="9429"/>
                  </a:lnTo>
                  <a:lnTo>
                    <a:pt x="6306" y="9476"/>
                  </a:lnTo>
                  <a:lnTo>
                    <a:pt x="6349" y="9492"/>
                  </a:lnTo>
                  <a:lnTo>
                    <a:pt x="6405" y="9508"/>
                  </a:lnTo>
                  <a:lnTo>
                    <a:pt x="6433" y="9508"/>
                  </a:lnTo>
                  <a:lnTo>
                    <a:pt x="6476" y="9523"/>
                  </a:lnTo>
                  <a:lnTo>
                    <a:pt x="6518" y="9539"/>
                  </a:lnTo>
                  <a:lnTo>
                    <a:pt x="6575" y="9649"/>
                  </a:lnTo>
                  <a:lnTo>
                    <a:pt x="6603" y="9680"/>
                  </a:lnTo>
                  <a:lnTo>
                    <a:pt x="6617" y="9743"/>
                  </a:lnTo>
                  <a:close/>
                  <a:moveTo>
                    <a:pt x="7717" y="9054"/>
                  </a:moveTo>
                  <a:lnTo>
                    <a:pt x="7717" y="9054"/>
                  </a:lnTo>
                  <a:lnTo>
                    <a:pt x="7604" y="9054"/>
                  </a:lnTo>
                  <a:lnTo>
                    <a:pt x="7576" y="9054"/>
                  </a:lnTo>
                  <a:lnTo>
                    <a:pt x="7534" y="9054"/>
                  </a:lnTo>
                  <a:lnTo>
                    <a:pt x="7492" y="9085"/>
                  </a:lnTo>
                  <a:lnTo>
                    <a:pt x="7463" y="9132"/>
                  </a:lnTo>
                  <a:lnTo>
                    <a:pt x="7463" y="9179"/>
                  </a:lnTo>
                  <a:lnTo>
                    <a:pt x="7506" y="9367"/>
                  </a:lnTo>
                  <a:lnTo>
                    <a:pt x="7534" y="9429"/>
                  </a:lnTo>
                  <a:lnTo>
                    <a:pt x="7562" y="9476"/>
                  </a:lnTo>
                  <a:lnTo>
                    <a:pt x="7619" y="9539"/>
                  </a:lnTo>
                  <a:lnTo>
                    <a:pt x="7647" y="9586"/>
                  </a:lnTo>
                  <a:lnTo>
                    <a:pt x="7661" y="9649"/>
                  </a:lnTo>
                  <a:lnTo>
                    <a:pt x="7661" y="9837"/>
                  </a:lnTo>
                  <a:lnTo>
                    <a:pt x="7661" y="9899"/>
                  </a:lnTo>
                  <a:lnTo>
                    <a:pt x="7619" y="9915"/>
                  </a:lnTo>
                  <a:lnTo>
                    <a:pt x="7195" y="10009"/>
                  </a:lnTo>
                  <a:lnTo>
                    <a:pt x="7153" y="10009"/>
                  </a:lnTo>
                  <a:lnTo>
                    <a:pt x="7125" y="9993"/>
                  </a:lnTo>
                  <a:lnTo>
                    <a:pt x="7097" y="9978"/>
                  </a:lnTo>
                  <a:lnTo>
                    <a:pt x="7068" y="10009"/>
                  </a:lnTo>
                  <a:lnTo>
                    <a:pt x="7040" y="10025"/>
                  </a:lnTo>
                  <a:lnTo>
                    <a:pt x="6984" y="10040"/>
                  </a:lnTo>
                  <a:lnTo>
                    <a:pt x="6927" y="10056"/>
                  </a:lnTo>
                  <a:lnTo>
                    <a:pt x="6885" y="10056"/>
                  </a:lnTo>
                  <a:lnTo>
                    <a:pt x="6857" y="10056"/>
                  </a:lnTo>
                  <a:lnTo>
                    <a:pt x="6786" y="10009"/>
                  </a:lnTo>
                  <a:lnTo>
                    <a:pt x="6758" y="9962"/>
                  </a:lnTo>
                  <a:lnTo>
                    <a:pt x="6730" y="9931"/>
                  </a:lnTo>
                  <a:lnTo>
                    <a:pt x="6730" y="9915"/>
                  </a:lnTo>
                  <a:lnTo>
                    <a:pt x="6730" y="9899"/>
                  </a:lnTo>
                  <a:lnTo>
                    <a:pt x="6772" y="9899"/>
                  </a:lnTo>
                  <a:lnTo>
                    <a:pt x="6828" y="9884"/>
                  </a:lnTo>
                  <a:lnTo>
                    <a:pt x="6885" y="9868"/>
                  </a:lnTo>
                  <a:lnTo>
                    <a:pt x="6913" y="9837"/>
                  </a:lnTo>
                  <a:lnTo>
                    <a:pt x="6955" y="9837"/>
                  </a:lnTo>
                  <a:lnTo>
                    <a:pt x="6998" y="9852"/>
                  </a:lnTo>
                  <a:lnTo>
                    <a:pt x="7026" y="9899"/>
                  </a:lnTo>
                  <a:lnTo>
                    <a:pt x="7040" y="9931"/>
                  </a:lnTo>
                  <a:lnTo>
                    <a:pt x="7040" y="9946"/>
                  </a:lnTo>
                  <a:lnTo>
                    <a:pt x="7068" y="9915"/>
                  </a:lnTo>
                  <a:lnTo>
                    <a:pt x="7082" y="9868"/>
                  </a:lnTo>
                  <a:lnTo>
                    <a:pt x="7139" y="9774"/>
                  </a:lnTo>
                  <a:lnTo>
                    <a:pt x="7209" y="9711"/>
                  </a:lnTo>
                  <a:lnTo>
                    <a:pt x="7224" y="9664"/>
                  </a:lnTo>
                  <a:lnTo>
                    <a:pt x="7224" y="9602"/>
                  </a:lnTo>
                  <a:lnTo>
                    <a:pt x="7125" y="9414"/>
                  </a:lnTo>
                  <a:lnTo>
                    <a:pt x="7068" y="9304"/>
                  </a:lnTo>
                  <a:lnTo>
                    <a:pt x="6871" y="9022"/>
                  </a:lnTo>
                  <a:lnTo>
                    <a:pt x="6843" y="8975"/>
                  </a:lnTo>
                  <a:lnTo>
                    <a:pt x="6857" y="8913"/>
                  </a:lnTo>
                  <a:lnTo>
                    <a:pt x="6941" y="8787"/>
                  </a:lnTo>
                  <a:lnTo>
                    <a:pt x="6970" y="8756"/>
                  </a:lnTo>
                  <a:lnTo>
                    <a:pt x="7012" y="8709"/>
                  </a:lnTo>
                  <a:lnTo>
                    <a:pt x="7054" y="8693"/>
                  </a:lnTo>
                  <a:lnTo>
                    <a:pt x="7097" y="8678"/>
                  </a:lnTo>
                  <a:lnTo>
                    <a:pt x="7139" y="8709"/>
                  </a:lnTo>
                  <a:lnTo>
                    <a:pt x="7181" y="8725"/>
                  </a:lnTo>
                  <a:lnTo>
                    <a:pt x="7238" y="8740"/>
                  </a:lnTo>
                  <a:lnTo>
                    <a:pt x="7393" y="8740"/>
                  </a:lnTo>
                  <a:lnTo>
                    <a:pt x="7506" y="8740"/>
                  </a:lnTo>
                  <a:lnTo>
                    <a:pt x="7604" y="8740"/>
                  </a:lnTo>
                  <a:lnTo>
                    <a:pt x="7647" y="8756"/>
                  </a:lnTo>
                  <a:lnTo>
                    <a:pt x="7689" y="8787"/>
                  </a:lnTo>
                  <a:lnTo>
                    <a:pt x="7830" y="8991"/>
                  </a:lnTo>
                  <a:lnTo>
                    <a:pt x="7844" y="9022"/>
                  </a:lnTo>
                  <a:lnTo>
                    <a:pt x="7844" y="9038"/>
                  </a:lnTo>
                  <a:lnTo>
                    <a:pt x="7830" y="9038"/>
                  </a:lnTo>
                  <a:lnTo>
                    <a:pt x="7816" y="9054"/>
                  </a:lnTo>
                  <a:lnTo>
                    <a:pt x="7717" y="9054"/>
                  </a:lnTo>
                  <a:close/>
                  <a:moveTo>
                    <a:pt x="7746" y="2741"/>
                  </a:moveTo>
                  <a:lnTo>
                    <a:pt x="7746" y="2741"/>
                  </a:lnTo>
                  <a:lnTo>
                    <a:pt x="7774" y="2772"/>
                  </a:lnTo>
                  <a:lnTo>
                    <a:pt x="7802" y="2804"/>
                  </a:lnTo>
                  <a:lnTo>
                    <a:pt x="7816" y="2835"/>
                  </a:lnTo>
                  <a:lnTo>
                    <a:pt x="7844" y="2866"/>
                  </a:lnTo>
                  <a:lnTo>
                    <a:pt x="7887" y="2882"/>
                  </a:lnTo>
                  <a:lnTo>
                    <a:pt x="7929" y="2913"/>
                  </a:lnTo>
                  <a:lnTo>
                    <a:pt x="7985" y="2913"/>
                  </a:lnTo>
                  <a:lnTo>
                    <a:pt x="8155" y="2913"/>
                  </a:lnTo>
                  <a:lnTo>
                    <a:pt x="8169" y="2913"/>
                  </a:lnTo>
                  <a:lnTo>
                    <a:pt x="8183" y="2898"/>
                  </a:lnTo>
                  <a:lnTo>
                    <a:pt x="8183" y="2882"/>
                  </a:lnTo>
                  <a:lnTo>
                    <a:pt x="8169" y="2866"/>
                  </a:lnTo>
                  <a:lnTo>
                    <a:pt x="8112" y="2804"/>
                  </a:lnTo>
                  <a:lnTo>
                    <a:pt x="8084" y="2757"/>
                  </a:lnTo>
                  <a:lnTo>
                    <a:pt x="8056" y="2710"/>
                  </a:lnTo>
                  <a:lnTo>
                    <a:pt x="7957" y="2365"/>
                  </a:lnTo>
                  <a:lnTo>
                    <a:pt x="7943" y="2303"/>
                  </a:lnTo>
                  <a:lnTo>
                    <a:pt x="7957" y="2240"/>
                  </a:lnTo>
                  <a:lnTo>
                    <a:pt x="8042" y="2052"/>
                  </a:lnTo>
                  <a:lnTo>
                    <a:pt x="8098" y="1942"/>
                  </a:lnTo>
                  <a:lnTo>
                    <a:pt x="8324" y="1441"/>
                  </a:lnTo>
                  <a:lnTo>
                    <a:pt x="8352" y="1394"/>
                  </a:lnTo>
                  <a:lnTo>
                    <a:pt x="8395" y="1347"/>
                  </a:lnTo>
                  <a:lnTo>
                    <a:pt x="8578" y="1190"/>
                  </a:lnTo>
                  <a:lnTo>
                    <a:pt x="8648" y="1096"/>
                  </a:lnTo>
                  <a:lnTo>
                    <a:pt x="8733" y="971"/>
                  </a:lnTo>
                  <a:lnTo>
                    <a:pt x="8775" y="940"/>
                  </a:lnTo>
                  <a:lnTo>
                    <a:pt x="8818" y="908"/>
                  </a:lnTo>
                  <a:lnTo>
                    <a:pt x="8917" y="861"/>
                  </a:lnTo>
                  <a:lnTo>
                    <a:pt x="9015" y="815"/>
                  </a:lnTo>
                  <a:lnTo>
                    <a:pt x="9128" y="736"/>
                  </a:lnTo>
                  <a:lnTo>
                    <a:pt x="9213" y="658"/>
                  </a:lnTo>
                  <a:lnTo>
                    <a:pt x="9410" y="439"/>
                  </a:lnTo>
                  <a:lnTo>
                    <a:pt x="9439" y="392"/>
                  </a:lnTo>
                  <a:lnTo>
                    <a:pt x="9424" y="329"/>
                  </a:lnTo>
                  <a:lnTo>
                    <a:pt x="9410" y="298"/>
                  </a:lnTo>
                  <a:lnTo>
                    <a:pt x="9368" y="251"/>
                  </a:lnTo>
                  <a:lnTo>
                    <a:pt x="9326" y="235"/>
                  </a:lnTo>
                  <a:lnTo>
                    <a:pt x="9227" y="235"/>
                  </a:lnTo>
                  <a:lnTo>
                    <a:pt x="9185" y="251"/>
                  </a:lnTo>
                  <a:lnTo>
                    <a:pt x="9142" y="282"/>
                  </a:lnTo>
                  <a:lnTo>
                    <a:pt x="9072" y="345"/>
                  </a:lnTo>
                  <a:lnTo>
                    <a:pt x="9001" y="423"/>
                  </a:lnTo>
                  <a:lnTo>
                    <a:pt x="8959" y="454"/>
                  </a:lnTo>
                  <a:lnTo>
                    <a:pt x="8917" y="486"/>
                  </a:lnTo>
                  <a:lnTo>
                    <a:pt x="8818" y="517"/>
                  </a:lnTo>
                  <a:lnTo>
                    <a:pt x="8705" y="548"/>
                  </a:lnTo>
                  <a:lnTo>
                    <a:pt x="8606" y="548"/>
                  </a:lnTo>
                  <a:lnTo>
                    <a:pt x="8564" y="548"/>
                  </a:lnTo>
                  <a:lnTo>
                    <a:pt x="8521" y="580"/>
                  </a:lnTo>
                  <a:lnTo>
                    <a:pt x="8451" y="658"/>
                  </a:lnTo>
                  <a:lnTo>
                    <a:pt x="8380" y="736"/>
                  </a:lnTo>
                  <a:lnTo>
                    <a:pt x="8183" y="955"/>
                  </a:lnTo>
                  <a:lnTo>
                    <a:pt x="8084" y="1034"/>
                  </a:lnTo>
                  <a:lnTo>
                    <a:pt x="8056" y="1049"/>
                  </a:lnTo>
                  <a:lnTo>
                    <a:pt x="8014" y="1096"/>
                  </a:lnTo>
                  <a:lnTo>
                    <a:pt x="7999" y="1143"/>
                  </a:lnTo>
                  <a:lnTo>
                    <a:pt x="7999" y="1253"/>
                  </a:lnTo>
                  <a:lnTo>
                    <a:pt x="7985" y="1300"/>
                  </a:lnTo>
                  <a:lnTo>
                    <a:pt x="7957" y="1331"/>
                  </a:lnTo>
                  <a:lnTo>
                    <a:pt x="7915" y="1363"/>
                  </a:lnTo>
                  <a:lnTo>
                    <a:pt x="7873" y="1394"/>
                  </a:lnTo>
                  <a:lnTo>
                    <a:pt x="7830" y="1441"/>
                  </a:lnTo>
                  <a:lnTo>
                    <a:pt x="7760" y="1566"/>
                  </a:lnTo>
                  <a:lnTo>
                    <a:pt x="7731" y="1613"/>
                  </a:lnTo>
                  <a:lnTo>
                    <a:pt x="7731" y="1676"/>
                  </a:lnTo>
                  <a:lnTo>
                    <a:pt x="7731" y="1707"/>
                  </a:lnTo>
                  <a:lnTo>
                    <a:pt x="7717" y="1770"/>
                  </a:lnTo>
                  <a:lnTo>
                    <a:pt x="7703" y="1817"/>
                  </a:lnTo>
                  <a:lnTo>
                    <a:pt x="7689" y="1864"/>
                  </a:lnTo>
                  <a:lnTo>
                    <a:pt x="7633" y="1974"/>
                  </a:lnTo>
                  <a:lnTo>
                    <a:pt x="7619" y="2021"/>
                  </a:lnTo>
                  <a:lnTo>
                    <a:pt x="7590" y="2083"/>
                  </a:lnTo>
                  <a:lnTo>
                    <a:pt x="7590" y="2130"/>
                  </a:lnTo>
                  <a:lnTo>
                    <a:pt x="7590" y="2240"/>
                  </a:lnTo>
                  <a:lnTo>
                    <a:pt x="7576" y="2303"/>
                  </a:lnTo>
                  <a:lnTo>
                    <a:pt x="7562" y="2365"/>
                  </a:lnTo>
                  <a:lnTo>
                    <a:pt x="7548" y="2397"/>
                  </a:lnTo>
                  <a:lnTo>
                    <a:pt x="7534" y="2459"/>
                  </a:lnTo>
                  <a:lnTo>
                    <a:pt x="7534" y="2522"/>
                  </a:lnTo>
                  <a:lnTo>
                    <a:pt x="7576" y="2631"/>
                  </a:lnTo>
                  <a:lnTo>
                    <a:pt x="7604" y="2678"/>
                  </a:lnTo>
                  <a:lnTo>
                    <a:pt x="7647" y="2710"/>
                  </a:lnTo>
                  <a:lnTo>
                    <a:pt x="7746" y="2741"/>
                  </a:lnTo>
                  <a:close/>
                  <a:moveTo>
                    <a:pt x="1044" y="7847"/>
                  </a:moveTo>
                  <a:lnTo>
                    <a:pt x="1044" y="7847"/>
                  </a:lnTo>
                  <a:lnTo>
                    <a:pt x="1143" y="7785"/>
                  </a:lnTo>
                  <a:lnTo>
                    <a:pt x="1185" y="7769"/>
                  </a:lnTo>
                  <a:lnTo>
                    <a:pt x="1213" y="7738"/>
                  </a:lnTo>
                  <a:lnTo>
                    <a:pt x="1227" y="7675"/>
                  </a:lnTo>
                  <a:lnTo>
                    <a:pt x="1227" y="7659"/>
                  </a:lnTo>
                  <a:lnTo>
                    <a:pt x="1227" y="7534"/>
                  </a:lnTo>
                  <a:lnTo>
                    <a:pt x="1227" y="7503"/>
                  </a:lnTo>
                  <a:lnTo>
                    <a:pt x="1242" y="7440"/>
                  </a:lnTo>
                  <a:lnTo>
                    <a:pt x="1270" y="7393"/>
                  </a:lnTo>
                  <a:lnTo>
                    <a:pt x="1284" y="7362"/>
                  </a:lnTo>
                  <a:lnTo>
                    <a:pt x="1270" y="7331"/>
                  </a:lnTo>
                  <a:lnTo>
                    <a:pt x="1242" y="7284"/>
                  </a:lnTo>
                  <a:lnTo>
                    <a:pt x="1227" y="7252"/>
                  </a:lnTo>
                  <a:lnTo>
                    <a:pt x="1213" y="7221"/>
                  </a:lnTo>
                  <a:lnTo>
                    <a:pt x="1199" y="7205"/>
                  </a:lnTo>
                  <a:lnTo>
                    <a:pt x="1157" y="7205"/>
                  </a:lnTo>
                  <a:lnTo>
                    <a:pt x="1129" y="7174"/>
                  </a:lnTo>
                  <a:lnTo>
                    <a:pt x="1115" y="7158"/>
                  </a:lnTo>
                  <a:lnTo>
                    <a:pt x="1086" y="7158"/>
                  </a:lnTo>
                  <a:lnTo>
                    <a:pt x="1044" y="7174"/>
                  </a:lnTo>
                  <a:lnTo>
                    <a:pt x="988" y="7237"/>
                  </a:lnTo>
                  <a:lnTo>
                    <a:pt x="959" y="7284"/>
                  </a:lnTo>
                  <a:lnTo>
                    <a:pt x="945" y="7331"/>
                  </a:lnTo>
                  <a:lnTo>
                    <a:pt x="931" y="7346"/>
                  </a:lnTo>
                  <a:lnTo>
                    <a:pt x="889" y="7362"/>
                  </a:lnTo>
                  <a:lnTo>
                    <a:pt x="875" y="7362"/>
                  </a:lnTo>
                  <a:lnTo>
                    <a:pt x="847" y="7362"/>
                  </a:lnTo>
                  <a:lnTo>
                    <a:pt x="832" y="7378"/>
                  </a:lnTo>
                  <a:lnTo>
                    <a:pt x="832" y="7393"/>
                  </a:lnTo>
                  <a:lnTo>
                    <a:pt x="832" y="7425"/>
                  </a:lnTo>
                  <a:lnTo>
                    <a:pt x="861" y="7456"/>
                  </a:lnTo>
                  <a:lnTo>
                    <a:pt x="861" y="7503"/>
                  </a:lnTo>
                  <a:lnTo>
                    <a:pt x="847" y="7518"/>
                  </a:lnTo>
                  <a:lnTo>
                    <a:pt x="832" y="7518"/>
                  </a:lnTo>
                  <a:lnTo>
                    <a:pt x="847" y="7550"/>
                  </a:lnTo>
                  <a:lnTo>
                    <a:pt x="875" y="7597"/>
                  </a:lnTo>
                  <a:lnTo>
                    <a:pt x="875" y="7628"/>
                  </a:lnTo>
                  <a:lnTo>
                    <a:pt x="875" y="7659"/>
                  </a:lnTo>
                  <a:lnTo>
                    <a:pt x="847" y="7706"/>
                  </a:lnTo>
                  <a:lnTo>
                    <a:pt x="818" y="7738"/>
                  </a:lnTo>
                  <a:lnTo>
                    <a:pt x="818" y="7785"/>
                  </a:lnTo>
                  <a:lnTo>
                    <a:pt x="818" y="7863"/>
                  </a:lnTo>
                  <a:lnTo>
                    <a:pt x="818" y="7894"/>
                  </a:lnTo>
                  <a:lnTo>
                    <a:pt x="847" y="7926"/>
                  </a:lnTo>
                  <a:lnTo>
                    <a:pt x="889" y="7957"/>
                  </a:lnTo>
                  <a:lnTo>
                    <a:pt x="931" y="7941"/>
                  </a:lnTo>
                  <a:lnTo>
                    <a:pt x="1044" y="7847"/>
                  </a:lnTo>
                  <a:close/>
                  <a:moveTo>
                    <a:pt x="10624" y="14191"/>
                  </a:moveTo>
                  <a:lnTo>
                    <a:pt x="10624" y="14191"/>
                  </a:lnTo>
                  <a:lnTo>
                    <a:pt x="10624" y="14316"/>
                  </a:lnTo>
                  <a:lnTo>
                    <a:pt x="10624" y="14348"/>
                  </a:lnTo>
                  <a:lnTo>
                    <a:pt x="10638" y="14379"/>
                  </a:lnTo>
                  <a:lnTo>
                    <a:pt x="10652" y="14395"/>
                  </a:lnTo>
                  <a:lnTo>
                    <a:pt x="10666" y="14410"/>
                  </a:lnTo>
                  <a:lnTo>
                    <a:pt x="10680" y="14410"/>
                  </a:lnTo>
                  <a:lnTo>
                    <a:pt x="10708" y="14410"/>
                  </a:lnTo>
                  <a:lnTo>
                    <a:pt x="10751" y="14395"/>
                  </a:lnTo>
                  <a:lnTo>
                    <a:pt x="10793" y="14363"/>
                  </a:lnTo>
                  <a:lnTo>
                    <a:pt x="10807" y="14316"/>
                  </a:lnTo>
                  <a:lnTo>
                    <a:pt x="10807" y="14269"/>
                  </a:lnTo>
                  <a:lnTo>
                    <a:pt x="10793" y="14222"/>
                  </a:lnTo>
                  <a:lnTo>
                    <a:pt x="10680" y="14144"/>
                  </a:lnTo>
                  <a:lnTo>
                    <a:pt x="10652" y="14128"/>
                  </a:lnTo>
                  <a:lnTo>
                    <a:pt x="10638" y="14128"/>
                  </a:lnTo>
                  <a:lnTo>
                    <a:pt x="10638" y="14144"/>
                  </a:lnTo>
                  <a:lnTo>
                    <a:pt x="10624" y="14160"/>
                  </a:lnTo>
                  <a:lnTo>
                    <a:pt x="10624" y="14191"/>
                  </a:lnTo>
                  <a:close/>
                  <a:moveTo>
                    <a:pt x="13474" y="15617"/>
                  </a:moveTo>
                  <a:lnTo>
                    <a:pt x="13474" y="15617"/>
                  </a:lnTo>
                  <a:lnTo>
                    <a:pt x="13431" y="15507"/>
                  </a:lnTo>
                  <a:lnTo>
                    <a:pt x="13347" y="15382"/>
                  </a:lnTo>
                  <a:lnTo>
                    <a:pt x="13290" y="15288"/>
                  </a:lnTo>
                  <a:lnTo>
                    <a:pt x="13205" y="15209"/>
                  </a:lnTo>
                  <a:lnTo>
                    <a:pt x="13022" y="14990"/>
                  </a:lnTo>
                  <a:lnTo>
                    <a:pt x="12923" y="14912"/>
                  </a:lnTo>
                  <a:lnTo>
                    <a:pt x="12881" y="14896"/>
                  </a:lnTo>
                  <a:lnTo>
                    <a:pt x="12782" y="14849"/>
                  </a:lnTo>
                  <a:lnTo>
                    <a:pt x="12754" y="14818"/>
                  </a:lnTo>
                  <a:lnTo>
                    <a:pt x="12698" y="14786"/>
                  </a:lnTo>
                  <a:lnTo>
                    <a:pt x="12669" y="14739"/>
                  </a:lnTo>
                  <a:lnTo>
                    <a:pt x="12585" y="14614"/>
                  </a:lnTo>
                  <a:lnTo>
                    <a:pt x="12556" y="14583"/>
                  </a:lnTo>
                  <a:lnTo>
                    <a:pt x="12500" y="14567"/>
                  </a:lnTo>
                  <a:lnTo>
                    <a:pt x="12472" y="14567"/>
                  </a:lnTo>
                  <a:lnTo>
                    <a:pt x="12458" y="14567"/>
                  </a:lnTo>
                  <a:lnTo>
                    <a:pt x="12444" y="14583"/>
                  </a:lnTo>
                  <a:lnTo>
                    <a:pt x="12430" y="14598"/>
                  </a:lnTo>
                  <a:lnTo>
                    <a:pt x="12430" y="14630"/>
                  </a:lnTo>
                  <a:lnTo>
                    <a:pt x="12472" y="14802"/>
                  </a:lnTo>
                  <a:lnTo>
                    <a:pt x="12500" y="14865"/>
                  </a:lnTo>
                  <a:lnTo>
                    <a:pt x="12528" y="14912"/>
                  </a:lnTo>
                  <a:lnTo>
                    <a:pt x="12585" y="14974"/>
                  </a:lnTo>
                  <a:lnTo>
                    <a:pt x="12669" y="15068"/>
                  </a:lnTo>
                  <a:lnTo>
                    <a:pt x="12726" y="15131"/>
                  </a:lnTo>
                  <a:lnTo>
                    <a:pt x="12796" y="15209"/>
                  </a:lnTo>
                  <a:lnTo>
                    <a:pt x="12867" y="15319"/>
                  </a:lnTo>
                  <a:lnTo>
                    <a:pt x="12952" y="15507"/>
                  </a:lnTo>
                  <a:lnTo>
                    <a:pt x="12980" y="15554"/>
                  </a:lnTo>
                  <a:lnTo>
                    <a:pt x="13022" y="15601"/>
                  </a:lnTo>
                  <a:lnTo>
                    <a:pt x="13135" y="15679"/>
                  </a:lnTo>
                  <a:lnTo>
                    <a:pt x="13234" y="15758"/>
                  </a:lnTo>
                  <a:lnTo>
                    <a:pt x="13347" y="15836"/>
                  </a:lnTo>
                  <a:lnTo>
                    <a:pt x="13389" y="15851"/>
                  </a:lnTo>
                  <a:lnTo>
                    <a:pt x="13445" y="15836"/>
                  </a:lnTo>
                  <a:lnTo>
                    <a:pt x="13474" y="15820"/>
                  </a:lnTo>
                  <a:lnTo>
                    <a:pt x="13516" y="15789"/>
                  </a:lnTo>
                  <a:lnTo>
                    <a:pt x="13516" y="15726"/>
                  </a:lnTo>
                  <a:lnTo>
                    <a:pt x="13474" y="15617"/>
                  </a:lnTo>
                  <a:close/>
                  <a:moveTo>
                    <a:pt x="7082" y="16823"/>
                  </a:moveTo>
                  <a:lnTo>
                    <a:pt x="7082" y="16823"/>
                  </a:lnTo>
                  <a:lnTo>
                    <a:pt x="7040" y="16870"/>
                  </a:lnTo>
                  <a:lnTo>
                    <a:pt x="7012" y="16917"/>
                  </a:lnTo>
                  <a:lnTo>
                    <a:pt x="6927" y="17042"/>
                  </a:lnTo>
                  <a:lnTo>
                    <a:pt x="6899" y="17089"/>
                  </a:lnTo>
                  <a:lnTo>
                    <a:pt x="6843" y="17120"/>
                  </a:lnTo>
                  <a:lnTo>
                    <a:pt x="6814" y="17136"/>
                  </a:lnTo>
                  <a:lnTo>
                    <a:pt x="6730" y="17214"/>
                  </a:lnTo>
                  <a:lnTo>
                    <a:pt x="6701" y="17246"/>
                  </a:lnTo>
                  <a:lnTo>
                    <a:pt x="6701" y="17308"/>
                  </a:lnTo>
                  <a:lnTo>
                    <a:pt x="6744" y="17496"/>
                  </a:lnTo>
                  <a:lnTo>
                    <a:pt x="6758" y="17559"/>
                  </a:lnTo>
                  <a:lnTo>
                    <a:pt x="6744" y="17606"/>
                  </a:lnTo>
                  <a:lnTo>
                    <a:pt x="6716" y="17731"/>
                  </a:lnTo>
                  <a:lnTo>
                    <a:pt x="6673" y="17841"/>
                  </a:lnTo>
                  <a:lnTo>
                    <a:pt x="6645" y="17888"/>
                  </a:lnTo>
                  <a:lnTo>
                    <a:pt x="6631" y="17935"/>
                  </a:lnTo>
                  <a:lnTo>
                    <a:pt x="6617" y="17997"/>
                  </a:lnTo>
                  <a:lnTo>
                    <a:pt x="6617" y="18029"/>
                  </a:lnTo>
                  <a:lnTo>
                    <a:pt x="6617" y="18154"/>
                  </a:lnTo>
                  <a:lnTo>
                    <a:pt x="6617" y="18185"/>
                  </a:lnTo>
                  <a:lnTo>
                    <a:pt x="6631" y="18232"/>
                  </a:lnTo>
                  <a:lnTo>
                    <a:pt x="6659" y="18295"/>
                  </a:lnTo>
                  <a:lnTo>
                    <a:pt x="6716" y="18358"/>
                  </a:lnTo>
                  <a:lnTo>
                    <a:pt x="6758" y="18373"/>
                  </a:lnTo>
                  <a:lnTo>
                    <a:pt x="6814" y="18373"/>
                  </a:lnTo>
                  <a:lnTo>
                    <a:pt x="6843" y="18342"/>
                  </a:lnTo>
                  <a:lnTo>
                    <a:pt x="6899" y="18326"/>
                  </a:lnTo>
                  <a:lnTo>
                    <a:pt x="6955" y="18326"/>
                  </a:lnTo>
                  <a:lnTo>
                    <a:pt x="6984" y="18326"/>
                  </a:lnTo>
                  <a:lnTo>
                    <a:pt x="7026" y="18311"/>
                  </a:lnTo>
                  <a:lnTo>
                    <a:pt x="7054" y="18264"/>
                  </a:lnTo>
                  <a:lnTo>
                    <a:pt x="7294" y="17308"/>
                  </a:lnTo>
                  <a:lnTo>
                    <a:pt x="7308" y="17183"/>
                  </a:lnTo>
                  <a:lnTo>
                    <a:pt x="7308" y="17152"/>
                  </a:lnTo>
                  <a:lnTo>
                    <a:pt x="7308" y="17026"/>
                  </a:lnTo>
                  <a:lnTo>
                    <a:pt x="7308" y="16917"/>
                  </a:lnTo>
                  <a:lnTo>
                    <a:pt x="7308" y="16870"/>
                  </a:lnTo>
                  <a:lnTo>
                    <a:pt x="7294" y="16807"/>
                  </a:lnTo>
                  <a:lnTo>
                    <a:pt x="7266" y="16760"/>
                  </a:lnTo>
                  <a:lnTo>
                    <a:pt x="7252" y="16744"/>
                  </a:lnTo>
                  <a:lnTo>
                    <a:pt x="7238" y="16729"/>
                  </a:lnTo>
                  <a:lnTo>
                    <a:pt x="7224" y="16729"/>
                  </a:lnTo>
                  <a:lnTo>
                    <a:pt x="7195" y="16744"/>
                  </a:lnTo>
                  <a:lnTo>
                    <a:pt x="7082" y="16823"/>
                  </a:lnTo>
                  <a:close/>
                  <a:moveTo>
                    <a:pt x="1298" y="7096"/>
                  </a:moveTo>
                  <a:lnTo>
                    <a:pt x="1298" y="7096"/>
                  </a:lnTo>
                  <a:lnTo>
                    <a:pt x="1312" y="7064"/>
                  </a:lnTo>
                  <a:lnTo>
                    <a:pt x="1326" y="7049"/>
                  </a:lnTo>
                  <a:lnTo>
                    <a:pt x="1354" y="7064"/>
                  </a:lnTo>
                  <a:lnTo>
                    <a:pt x="1369" y="7111"/>
                  </a:lnTo>
                  <a:lnTo>
                    <a:pt x="1369" y="7143"/>
                  </a:lnTo>
                  <a:lnTo>
                    <a:pt x="1369" y="7252"/>
                  </a:lnTo>
                  <a:lnTo>
                    <a:pt x="1369" y="7268"/>
                  </a:lnTo>
                  <a:lnTo>
                    <a:pt x="1397" y="7284"/>
                  </a:lnTo>
                  <a:lnTo>
                    <a:pt x="1467" y="7284"/>
                  </a:lnTo>
                  <a:lnTo>
                    <a:pt x="1495" y="7299"/>
                  </a:lnTo>
                  <a:lnTo>
                    <a:pt x="1538" y="7315"/>
                  </a:lnTo>
                  <a:lnTo>
                    <a:pt x="1566" y="7362"/>
                  </a:lnTo>
                  <a:lnTo>
                    <a:pt x="1566" y="7393"/>
                  </a:lnTo>
                  <a:lnTo>
                    <a:pt x="1566" y="7472"/>
                  </a:lnTo>
                  <a:lnTo>
                    <a:pt x="1552" y="7518"/>
                  </a:lnTo>
                  <a:lnTo>
                    <a:pt x="1524" y="7550"/>
                  </a:lnTo>
                  <a:lnTo>
                    <a:pt x="1481" y="7565"/>
                  </a:lnTo>
                  <a:lnTo>
                    <a:pt x="1397" y="7628"/>
                  </a:lnTo>
                  <a:lnTo>
                    <a:pt x="1383" y="7659"/>
                  </a:lnTo>
                  <a:lnTo>
                    <a:pt x="1397" y="7675"/>
                  </a:lnTo>
                  <a:lnTo>
                    <a:pt x="1425" y="7675"/>
                  </a:lnTo>
                  <a:lnTo>
                    <a:pt x="1439" y="7706"/>
                  </a:lnTo>
                  <a:lnTo>
                    <a:pt x="1425" y="7738"/>
                  </a:lnTo>
                  <a:lnTo>
                    <a:pt x="1397" y="7785"/>
                  </a:lnTo>
                  <a:lnTo>
                    <a:pt x="1369" y="7816"/>
                  </a:lnTo>
                  <a:lnTo>
                    <a:pt x="1369" y="7863"/>
                  </a:lnTo>
                  <a:lnTo>
                    <a:pt x="1369" y="7894"/>
                  </a:lnTo>
                  <a:lnTo>
                    <a:pt x="1397" y="7894"/>
                  </a:lnTo>
                  <a:lnTo>
                    <a:pt x="1467" y="7894"/>
                  </a:lnTo>
                  <a:lnTo>
                    <a:pt x="1481" y="7910"/>
                  </a:lnTo>
                  <a:lnTo>
                    <a:pt x="1481" y="7957"/>
                  </a:lnTo>
                  <a:lnTo>
                    <a:pt x="1453" y="7988"/>
                  </a:lnTo>
                  <a:lnTo>
                    <a:pt x="1425" y="8051"/>
                  </a:lnTo>
                  <a:lnTo>
                    <a:pt x="1383" y="8082"/>
                  </a:lnTo>
                  <a:lnTo>
                    <a:pt x="1340" y="8098"/>
                  </a:lnTo>
                  <a:lnTo>
                    <a:pt x="1312" y="8129"/>
                  </a:lnTo>
                  <a:lnTo>
                    <a:pt x="1298" y="8161"/>
                  </a:lnTo>
                  <a:lnTo>
                    <a:pt x="1312" y="8192"/>
                  </a:lnTo>
                  <a:lnTo>
                    <a:pt x="1326" y="8208"/>
                  </a:lnTo>
                  <a:lnTo>
                    <a:pt x="1354" y="8192"/>
                  </a:lnTo>
                  <a:lnTo>
                    <a:pt x="1369" y="8161"/>
                  </a:lnTo>
                  <a:lnTo>
                    <a:pt x="1369" y="8145"/>
                  </a:lnTo>
                  <a:lnTo>
                    <a:pt x="1397" y="8129"/>
                  </a:lnTo>
                  <a:lnTo>
                    <a:pt x="1467" y="8129"/>
                  </a:lnTo>
                  <a:lnTo>
                    <a:pt x="1495" y="8114"/>
                  </a:lnTo>
                  <a:lnTo>
                    <a:pt x="1538" y="8098"/>
                  </a:lnTo>
                  <a:lnTo>
                    <a:pt x="1566" y="8082"/>
                  </a:lnTo>
                  <a:lnTo>
                    <a:pt x="1608" y="8098"/>
                  </a:lnTo>
                  <a:lnTo>
                    <a:pt x="1637" y="8114"/>
                  </a:lnTo>
                  <a:lnTo>
                    <a:pt x="1679" y="8098"/>
                  </a:lnTo>
                  <a:lnTo>
                    <a:pt x="1721" y="8067"/>
                  </a:lnTo>
                  <a:lnTo>
                    <a:pt x="1764" y="8051"/>
                  </a:lnTo>
                  <a:lnTo>
                    <a:pt x="1792" y="8051"/>
                  </a:lnTo>
                  <a:lnTo>
                    <a:pt x="1848" y="8051"/>
                  </a:lnTo>
                  <a:lnTo>
                    <a:pt x="1891" y="8020"/>
                  </a:lnTo>
                  <a:lnTo>
                    <a:pt x="1933" y="8004"/>
                  </a:lnTo>
                  <a:lnTo>
                    <a:pt x="1975" y="7973"/>
                  </a:lnTo>
                  <a:lnTo>
                    <a:pt x="1989" y="7941"/>
                  </a:lnTo>
                  <a:lnTo>
                    <a:pt x="1989" y="7894"/>
                  </a:lnTo>
                  <a:lnTo>
                    <a:pt x="2018" y="7863"/>
                  </a:lnTo>
                  <a:lnTo>
                    <a:pt x="2046" y="7816"/>
                  </a:lnTo>
                  <a:lnTo>
                    <a:pt x="2046" y="7753"/>
                  </a:lnTo>
                  <a:lnTo>
                    <a:pt x="2046" y="7738"/>
                  </a:lnTo>
                  <a:lnTo>
                    <a:pt x="2046" y="7691"/>
                  </a:lnTo>
                  <a:lnTo>
                    <a:pt x="2018" y="7675"/>
                  </a:lnTo>
                  <a:lnTo>
                    <a:pt x="1947" y="7675"/>
                  </a:lnTo>
                  <a:lnTo>
                    <a:pt x="1919" y="7659"/>
                  </a:lnTo>
                  <a:lnTo>
                    <a:pt x="1919" y="7628"/>
                  </a:lnTo>
                  <a:lnTo>
                    <a:pt x="1919" y="7550"/>
                  </a:lnTo>
                  <a:lnTo>
                    <a:pt x="1891" y="7456"/>
                  </a:lnTo>
                  <a:lnTo>
                    <a:pt x="1876" y="7409"/>
                  </a:lnTo>
                  <a:lnTo>
                    <a:pt x="1806" y="7315"/>
                  </a:lnTo>
                  <a:lnTo>
                    <a:pt x="1778" y="7284"/>
                  </a:lnTo>
                  <a:lnTo>
                    <a:pt x="1764" y="7221"/>
                  </a:lnTo>
                  <a:lnTo>
                    <a:pt x="1721" y="7111"/>
                  </a:lnTo>
                  <a:lnTo>
                    <a:pt x="1707" y="7064"/>
                  </a:lnTo>
                  <a:lnTo>
                    <a:pt x="1679" y="7049"/>
                  </a:lnTo>
                  <a:lnTo>
                    <a:pt x="1637" y="7049"/>
                  </a:lnTo>
                  <a:lnTo>
                    <a:pt x="1608" y="7017"/>
                  </a:lnTo>
                  <a:lnTo>
                    <a:pt x="1594" y="6970"/>
                  </a:lnTo>
                  <a:lnTo>
                    <a:pt x="1594" y="6923"/>
                  </a:lnTo>
                  <a:lnTo>
                    <a:pt x="1608" y="6876"/>
                  </a:lnTo>
                  <a:lnTo>
                    <a:pt x="1637" y="6782"/>
                  </a:lnTo>
                  <a:lnTo>
                    <a:pt x="1651" y="6751"/>
                  </a:lnTo>
                  <a:lnTo>
                    <a:pt x="1679" y="6704"/>
                  </a:lnTo>
                  <a:lnTo>
                    <a:pt x="1679" y="6688"/>
                  </a:lnTo>
                  <a:lnTo>
                    <a:pt x="1679" y="6673"/>
                  </a:lnTo>
                  <a:lnTo>
                    <a:pt x="1665" y="6641"/>
                  </a:lnTo>
                  <a:lnTo>
                    <a:pt x="1622" y="6626"/>
                  </a:lnTo>
                  <a:lnTo>
                    <a:pt x="1580" y="6610"/>
                  </a:lnTo>
                  <a:lnTo>
                    <a:pt x="1538" y="6626"/>
                  </a:lnTo>
                  <a:lnTo>
                    <a:pt x="1495" y="6641"/>
                  </a:lnTo>
                  <a:lnTo>
                    <a:pt x="1467" y="6626"/>
                  </a:lnTo>
                  <a:lnTo>
                    <a:pt x="1453" y="6579"/>
                  </a:lnTo>
                  <a:lnTo>
                    <a:pt x="1453" y="6532"/>
                  </a:lnTo>
                  <a:lnTo>
                    <a:pt x="1481" y="6500"/>
                  </a:lnTo>
                  <a:lnTo>
                    <a:pt x="1481" y="6453"/>
                  </a:lnTo>
                  <a:lnTo>
                    <a:pt x="1481" y="6438"/>
                  </a:lnTo>
                  <a:lnTo>
                    <a:pt x="1467" y="6438"/>
                  </a:lnTo>
                  <a:lnTo>
                    <a:pt x="1397" y="6438"/>
                  </a:lnTo>
                  <a:lnTo>
                    <a:pt x="1369" y="6453"/>
                  </a:lnTo>
                  <a:lnTo>
                    <a:pt x="1340" y="6500"/>
                  </a:lnTo>
                  <a:lnTo>
                    <a:pt x="1326" y="6532"/>
                  </a:lnTo>
                  <a:lnTo>
                    <a:pt x="1256" y="6626"/>
                  </a:lnTo>
                  <a:lnTo>
                    <a:pt x="1242" y="6673"/>
                  </a:lnTo>
                  <a:lnTo>
                    <a:pt x="1227" y="6704"/>
                  </a:lnTo>
                  <a:lnTo>
                    <a:pt x="1227" y="6782"/>
                  </a:lnTo>
                  <a:lnTo>
                    <a:pt x="1227" y="6861"/>
                  </a:lnTo>
                  <a:lnTo>
                    <a:pt x="1227" y="6955"/>
                  </a:lnTo>
                  <a:lnTo>
                    <a:pt x="1227" y="6986"/>
                  </a:lnTo>
                  <a:lnTo>
                    <a:pt x="1242" y="7049"/>
                  </a:lnTo>
                  <a:lnTo>
                    <a:pt x="1256" y="7096"/>
                  </a:lnTo>
                  <a:lnTo>
                    <a:pt x="1284" y="7111"/>
                  </a:lnTo>
                  <a:lnTo>
                    <a:pt x="1298" y="7096"/>
                  </a:lnTo>
                  <a:close/>
                  <a:moveTo>
                    <a:pt x="21247" y="20128"/>
                  </a:moveTo>
                  <a:lnTo>
                    <a:pt x="21247" y="20128"/>
                  </a:lnTo>
                  <a:lnTo>
                    <a:pt x="21191" y="20143"/>
                  </a:lnTo>
                  <a:lnTo>
                    <a:pt x="21134" y="20128"/>
                  </a:lnTo>
                  <a:lnTo>
                    <a:pt x="21106" y="20112"/>
                  </a:lnTo>
                  <a:lnTo>
                    <a:pt x="21064" y="20065"/>
                  </a:lnTo>
                  <a:lnTo>
                    <a:pt x="21022" y="20018"/>
                  </a:lnTo>
                  <a:lnTo>
                    <a:pt x="21007" y="19987"/>
                  </a:lnTo>
                  <a:lnTo>
                    <a:pt x="20993" y="19924"/>
                  </a:lnTo>
                  <a:lnTo>
                    <a:pt x="20979" y="19861"/>
                  </a:lnTo>
                  <a:lnTo>
                    <a:pt x="20979" y="19830"/>
                  </a:lnTo>
                  <a:lnTo>
                    <a:pt x="20965" y="19783"/>
                  </a:lnTo>
                  <a:lnTo>
                    <a:pt x="20937" y="19752"/>
                  </a:lnTo>
                  <a:lnTo>
                    <a:pt x="20895" y="19720"/>
                  </a:lnTo>
                  <a:lnTo>
                    <a:pt x="20866" y="19720"/>
                  </a:lnTo>
                  <a:lnTo>
                    <a:pt x="20866" y="19752"/>
                  </a:lnTo>
                  <a:lnTo>
                    <a:pt x="20951" y="19955"/>
                  </a:lnTo>
                  <a:lnTo>
                    <a:pt x="20979" y="20002"/>
                  </a:lnTo>
                  <a:lnTo>
                    <a:pt x="20979" y="20065"/>
                  </a:lnTo>
                  <a:lnTo>
                    <a:pt x="20979" y="20096"/>
                  </a:lnTo>
                  <a:lnTo>
                    <a:pt x="20979" y="20159"/>
                  </a:lnTo>
                  <a:lnTo>
                    <a:pt x="20951" y="20206"/>
                  </a:lnTo>
                  <a:lnTo>
                    <a:pt x="20880" y="20331"/>
                  </a:lnTo>
                  <a:lnTo>
                    <a:pt x="20866" y="20363"/>
                  </a:lnTo>
                  <a:lnTo>
                    <a:pt x="20866" y="20378"/>
                  </a:lnTo>
                  <a:lnTo>
                    <a:pt x="20880" y="20394"/>
                  </a:lnTo>
                  <a:lnTo>
                    <a:pt x="20895" y="20410"/>
                  </a:lnTo>
                  <a:lnTo>
                    <a:pt x="20937" y="20441"/>
                  </a:lnTo>
                  <a:lnTo>
                    <a:pt x="20965" y="20472"/>
                  </a:lnTo>
                  <a:lnTo>
                    <a:pt x="20979" y="20519"/>
                  </a:lnTo>
                  <a:lnTo>
                    <a:pt x="20979" y="20551"/>
                  </a:lnTo>
                  <a:lnTo>
                    <a:pt x="20993" y="20613"/>
                  </a:lnTo>
                  <a:lnTo>
                    <a:pt x="21022" y="20660"/>
                  </a:lnTo>
                  <a:lnTo>
                    <a:pt x="21036" y="20660"/>
                  </a:lnTo>
                  <a:lnTo>
                    <a:pt x="21050" y="20660"/>
                  </a:lnTo>
                  <a:lnTo>
                    <a:pt x="21092" y="20645"/>
                  </a:lnTo>
                  <a:lnTo>
                    <a:pt x="21149" y="20582"/>
                  </a:lnTo>
                  <a:lnTo>
                    <a:pt x="21177" y="20535"/>
                  </a:lnTo>
                  <a:lnTo>
                    <a:pt x="21191" y="20472"/>
                  </a:lnTo>
                  <a:lnTo>
                    <a:pt x="21191" y="20441"/>
                  </a:lnTo>
                  <a:lnTo>
                    <a:pt x="21205" y="20394"/>
                  </a:lnTo>
                  <a:lnTo>
                    <a:pt x="21219" y="20347"/>
                  </a:lnTo>
                  <a:lnTo>
                    <a:pt x="21290" y="20269"/>
                  </a:lnTo>
                  <a:lnTo>
                    <a:pt x="21360" y="20190"/>
                  </a:lnTo>
                  <a:lnTo>
                    <a:pt x="21374" y="20159"/>
                  </a:lnTo>
                  <a:lnTo>
                    <a:pt x="21360" y="20112"/>
                  </a:lnTo>
                  <a:lnTo>
                    <a:pt x="21332" y="20096"/>
                  </a:lnTo>
                  <a:lnTo>
                    <a:pt x="21275" y="20112"/>
                  </a:lnTo>
                  <a:lnTo>
                    <a:pt x="21247" y="20128"/>
                  </a:lnTo>
                  <a:close/>
                  <a:moveTo>
                    <a:pt x="3457" y="10401"/>
                  </a:moveTo>
                  <a:lnTo>
                    <a:pt x="3457" y="10401"/>
                  </a:lnTo>
                  <a:lnTo>
                    <a:pt x="3485" y="10401"/>
                  </a:lnTo>
                  <a:lnTo>
                    <a:pt x="3499" y="10401"/>
                  </a:lnTo>
                  <a:lnTo>
                    <a:pt x="3513" y="10385"/>
                  </a:lnTo>
                  <a:lnTo>
                    <a:pt x="3513" y="10369"/>
                  </a:lnTo>
                  <a:lnTo>
                    <a:pt x="3513" y="10338"/>
                  </a:lnTo>
                  <a:lnTo>
                    <a:pt x="3513" y="10228"/>
                  </a:lnTo>
                  <a:lnTo>
                    <a:pt x="3499" y="10213"/>
                  </a:lnTo>
                  <a:lnTo>
                    <a:pt x="3457" y="10197"/>
                  </a:lnTo>
                  <a:lnTo>
                    <a:pt x="3428" y="10197"/>
                  </a:lnTo>
                  <a:lnTo>
                    <a:pt x="3315" y="10213"/>
                  </a:lnTo>
                  <a:lnTo>
                    <a:pt x="3217" y="10260"/>
                  </a:lnTo>
                  <a:lnTo>
                    <a:pt x="3203" y="10275"/>
                  </a:lnTo>
                  <a:lnTo>
                    <a:pt x="3217" y="10291"/>
                  </a:lnTo>
                  <a:lnTo>
                    <a:pt x="3315" y="10338"/>
                  </a:lnTo>
                  <a:lnTo>
                    <a:pt x="3428" y="10385"/>
                  </a:lnTo>
                  <a:lnTo>
                    <a:pt x="3457" y="10401"/>
                  </a:lnTo>
                  <a:close/>
                  <a:moveTo>
                    <a:pt x="20739" y="20645"/>
                  </a:moveTo>
                  <a:lnTo>
                    <a:pt x="20739" y="20645"/>
                  </a:lnTo>
                  <a:lnTo>
                    <a:pt x="20725" y="20645"/>
                  </a:lnTo>
                  <a:lnTo>
                    <a:pt x="20711" y="20645"/>
                  </a:lnTo>
                  <a:lnTo>
                    <a:pt x="20683" y="20676"/>
                  </a:lnTo>
                  <a:lnTo>
                    <a:pt x="20655" y="20707"/>
                  </a:lnTo>
                  <a:lnTo>
                    <a:pt x="20612" y="20817"/>
                  </a:lnTo>
                  <a:lnTo>
                    <a:pt x="20598" y="20864"/>
                  </a:lnTo>
                  <a:lnTo>
                    <a:pt x="20528" y="20958"/>
                  </a:lnTo>
                  <a:lnTo>
                    <a:pt x="20500" y="20989"/>
                  </a:lnTo>
                  <a:lnTo>
                    <a:pt x="20443" y="21020"/>
                  </a:lnTo>
                  <a:lnTo>
                    <a:pt x="20344" y="21052"/>
                  </a:lnTo>
                  <a:lnTo>
                    <a:pt x="20302" y="21083"/>
                  </a:lnTo>
                  <a:lnTo>
                    <a:pt x="20260" y="21130"/>
                  </a:lnTo>
                  <a:lnTo>
                    <a:pt x="20246" y="21177"/>
                  </a:lnTo>
                  <a:lnTo>
                    <a:pt x="20203" y="21287"/>
                  </a:lnTo>
                  <a:lnTo>
                    <a:pt x="20175" y="21396"/>
                  </a:lnTo>
                  <a:lnTo>
                    <a:pt x="20161" y="21459"/>
                  </a:lnTo>
                  <a:lnTo>
                    <a:pt x="20189" y="21506"/>
                  </a:lnTo>
                  <a:lnTo>
                    <a:pt x="20274" y="21569"/>
                  </a:lnTo>
                  <a:lnTo>
                    <a:pt x="20316" y="21584"/>
                  </a:lnTo>
                  <a:lnTo>
                    <a:pt x="20358" y="21600"/>
                  </a:lnTo>
                  <a:lnTo>
                    <a:pt x="20415" y="21584"/>
                  </a:lnTo>
                  <a:lnTo>
                    <a:pt x="20443" y="21569"/>
                  </a:lnTo>
                  <a:lnTo>
                    <a:pt x="20485" y="21537"/>
                  </a:lnTo>
                  <a:lnTo>
                    <a:pt x="20514" y="21475"/>
                  </a:lnTo>
                  <a:lnTo>
                    <a:pt x="20556" y="21365"/>
                  </a:lnTo>
                  <a:lnTo>
                    <a:pt x="20570" y="21240"/>
                  </a:lnTo>
                  <a:lnTo>
                    <a:pt x="20570" y="21208"/>
                  </a:lnTo>
                  <a:lnTo>
                    <a:pt x="20584" y="21161"/>
                  </a:lnTo>
                  <a:lnTo>
                    <a:pt x="20612" y="21114"/>
                  </a:lnTo>
                  <a:lnTo>
                    <a:pt x="20669" y="21036"/>
                  </a:lnTo>
                  <a:lnTo>
                    <a:pt x="20739" y="20958"/>
                  </a:lnTo>
                  <a:lnTo>
                    <a:pt x="20824" y="20895"/>
                  </a:lnTo>
                  <a:lnTo>
                    <a:pt x="20866" y="20879"/>
                  </a:lnTo>
                  <a:lnTo>
                    <a:pt x="20895" y="20832"/>
                  </a:lnTo>
                  <a:lnTo>
                    <a:pt x="20909" y="20785"/>
                  </a:lnTo>
                  <a:lnTo>
                    <a:pt x="20909" y="20754"/>
                  </a:lnTo>
                  <a:lnTo>
                    <a:pt x="20909" y="20723"/>
                  </a:lnTo>
                  <a:lnTo>
                    <a:pt x="20895" y="20707"/>
                  </a:lnTo>
                  <a:lnTo>
                    <a:pt x="20880" y="20692"/>
                  </a:lnTo>
                  <a:lnTo>
                    <a:pt x="20852" y="20692"/>
                  </a:lnTo>
                  <a:lnTo>
                    <a:pt x="20838" y="20692"/>
                  </a:lnTo>
                  <a:lnTo>
                    <a:pt x="20782" y="20676"/>
                  </a:lnTo>
                  <a:lnTo>
                    <a:pt x="20739" y="20645"/>
                  </a:lnTo>
                  <a:close/>
                  <a:moveTo>
                    <a:pt x="2864" y="9774"/>
                  </a:moveTo>
                  <a:lnTo>
                    <a:pt x="2864" y="9774"/>
                  </a:lnTo>
                  <a:lnTo>
                    <a:pt x="2836" y="9821"/>
                  </a:lnTo>
                  <a:lnTo>
                    <a:pt x="2822" y="9868"/>
                  </a:lnTo>
                  <a:lnTo>
                    <a:pt x="2822" y="9978"/>
                  </a:lnTo>
                  <a:lnTo>
                    <a:pt x="2822" y="10009"/>
                  </a:lnTo>
                  <a:lnTo>
                    <a:pt x="2836" y="10025"/>
                  </a:lnTo>
                  <a:lnTo>
                    <a:pt x="2850" y="10040"/>
                  </a:lnTo>
                  <a:lnTo>
                    <a:pt x="2878" y="10040"/>
                  </a:lnTo>
                  <a:lnTo>
                    <a:pt x="2906" y="10040"/>
                  </a:lnTo>
                  <a:lnTo>
                    <a:pt x="2935" y="10040"/>
                  </a:lnTo>
                  <a:lnTo>
                    <a:pt x="2949" y="10025"/>
                  </a:lnTo>
                  <a:lnTo>
                    <a:pt x="2963" y="10009"/>
                  </a:lnTo>
                  <a:lnTo>
                    <a:pt x="2963" y="9978"/>
                  </a:lnTo>
                  <a:lnTo>
                    <a:pt x="2963" y="9946"/>
                  </a:lnTo>
                  <a:lnTo>
                    <a:pt x="2949" y="9884"/>
                  </a:lnTo>
                  <a:lnTo>
                    <a:pt x="2935" y="9837"/>
                  </a:lnTo>
                  <a:lnTo>
                    <a:pt x="2920" y="9790"/>
                  </a:lnTo>
                  <a:lnTo>
                    <a:pt x="2906" y="9774"/>
                  </a:lnTo>
                  <a:lnTo>
                    <a:pt x="2892" y="9758"/>
                  </a:lnTo>
                  <a:lnTo>
                    <a:pt x="2878" y="9758"/>
                  </a:lnTo>
                  <a:lnTo>
                    <a:pt x="2864" y="9774"/>
                  </a:lnTo>
                  <a:close/>
                  <a:moveTo>
                    <a:pt x="16126" y="11058"/>
                  </a:moveTo>
                  <a:lnTo>
                    <a:pt x="16126" y="11058"/>
                  </a:lnTo>
                  <a:lnTo>
                    <a:pt x="16154" y="11152"/>
                  </a:lnTo>
                  <a:lnTo>
                    <a:pt x="16154" y="11168"/>
                  </a:lnTo>
                  <a:lnTo>
                    <a:pt x="16168" y="11168"/>
                  </a:lnTo>
                  <a:lnTo>
                    <a:pt x="16196" y="11168"/>
                  </a:lnTo>
                  <a:lnTo>
                    <a:pt x="16239" y="11137"/>
                  </a:lnTo>
                  <a:lnTo>
                    <a:pt x="16267" y="11105"/>
                  </a:lnTo>
                  <a:lnTo>
                    <a:pt x="16281" y="11043"/>
                  </a:lnTo>
                  <a:lnTo>
                    <a:pt x="16281" y="11027"/>
                  </a:lnTo>
                  <a:lnTo>
                    <a:pt x="16281" y="10917"/>
                  </a:lnTo>
                  <a:lnTo>
                    <a:pt x="16281" y="10902"/>
                  </a:lnTo>
                  <a:lnTo>
                    <a:pt x="16267" y="10902"/>
                  </a:lnTo>
                  <a:lnTo>
                    <a:pt x="16239" y="10902"/>
                  </a:lnTo>
                  <a:lnTo>
                    <a:pt x="16140" y="10933"/>
                  </a:lnTo>
                  <a:lnTo>
                    <a:pt x="16112" y="10949"/>
                  </a:lnTo>
                  <a:lnTo>
                    <a:pt x="16112" y="10964"/>
                  </a:lnTo>
                  <a:lnTo>
                    <a:pt x="16098" y="10996"/>
                  </a:lnTo>
                  <a:lnTo>
                    <a:pt x="16112" y="11011"/>
                  </a:lnTo>
                  <a:lnTo>
                    <a:pt x="16126" y="11058"/>
                  </a:lnTo>
                  <a:close/>
                  <a:moveTo>
                    <a:pt x="2920" y="9476"/>
                  </a:moveTo>
                  <a:lnTo>
                    <a:pt x="2920" y="9476"/>
                  </a:lnTo>
                  <a:lnTo>
                    <a:pt x="2906" y="9461"/>
                  </a:lnTo>
                  <a:lnTo>
                    <a:pt x="2892" y="9445"/>
                  </a:lnTo>
                  <a:lnTo>
                    <a:pt x="2864" y="9445"/>
                  </a:lnTo>
                  <a:lnTo>
                    <a:pt x="2850" y="9461"/>
                  </a:lnTo>
                  <a:lnTo>
                    <a:pt x="2808" y="9476"/>
                  </a:lnTo>
                  <a:lnTo>
                    <a:pt x="2793" y="9492"/>
                  </a:lnTo>
                  <a:lnTo>
                    <a:pt x="2779" y="9508"/>
                  </a:lnTo>
                  <a:lnTo>
                    <a:pt x="2779" y="9523"/>
                  </a:lnTo>
                  <a:lnTo>
                    <a:pt x="2793" y="9555"/>
                  </a:lnTo>
                  <a:lnTo>
                    <a:pt x="2850" y="9617"/>
                  </a:lnTo>
                  <a:lnTo>
                    <a:pt x="2892" y="9633"/>
                  </a:lnTo>
                  <a:lnTo>
                    <a:pt x="2906" y="9633"/>
                  </a:lnTo>
                  <a:lnTo>
                    <a:pt x="2935" y="9617"/>
                  </a:lnTo>
                  <a:lnTo>
                    <a:pt x="2949" y="9586"/>
                  </a:lnTo>
                  <a:lnTo>
                    <a:pt x="2935" y="9523"/>
                  </a:lnTo>
                  <a:lnTo>
                    <a:pt x="2920" y="9476"/>
                  </a:lnTo>
                  <a:close/>
                  <a:moveTo>
                    <a:pt x="16239" y="15350"/>
                  </a:moveTo>
                  <a:lnTo>
                    <a:pt x="16239" y="15350"/>
                  </a:lnTo>
                  <a:lnTo>
                    <a:pt x="16239" y="15366"/>
                  </a:lnTo>
                  <a:lnTo>
                    <a:pt x="16239" y="15397"/>
                  </a:lnTo>
                  <a:lnTo>
                    <a:pt x="16253" y="15413"/>
                  </a:lnTo>
                  <a:lnTo>
                    <a:pt x="16267" y="15429"/>
                  </a:lnTo>
                  <a:lnTo>
                    <a:pt x="16309" y="15460"/>
                  </a:lnTo>
                  <a:lnTo>
                    <a:pt x="16394" y="15523"/>
                  </a:lnTo>
                  <a:lnTo>
                    <a:pt x="16408" y="15570"/>
                  </a:lnTo>
                  <a:lnTo>
                    <a:pt x="16422" y="15617"/>
                  </a:lnTo>
                  <a:lnTo>
                    <a:pt x="16422" y="15648"/>
                  </a:lnTo>
                  <a:lnTo>
                    <a:pt x="16422" y="15679"/>
                  </a:lnTo>
                  <a:lnTo>
                    <a:pt x="16436" y="15695"/>
                  </a:lnTo>
                  <a:lnTo>
                    <a:pt x="16465" y="15711"/>
                  </a:lnTo>
                  <a:lnTo>
                    <a:pt x="16479" y="15711"/>
                  </a:lnTo>
                  <a:lnTo>
                    <a:pt x="16507" y="15711"/>
                  </a:lnTo>
                  <a:lnTo>
                    <a:pt x="16592" y="15711"/>
                  </a:lnTo>
                  <a:lnTo>
                    <a:pt x="16634" y="15726"/>
                  </a:lnTo>
                  <a:lnTo>
                    <a:pt x="16676" y="15742"/>
                  </a:lnTo>
                  <a:lnTo>
                    <a:pt x="16789" y="15836"/>
                  </a:lnTo>
                  <a:lnTo>
                    <a:pt x="16888" y="15898"/>
                  </a:lnTo>
                  <a:lnTo>
                    <a:pt x="17071" y="15992"/>
                  </a:lnTo>
                  <a:lnTo>
                    <a:pt x="17099" y="16024"/>
                  </a:lnTo>
                  <a:lnTo>
                    <a:pt x="17114" y="16055"/>
                  </a:lnTo>
                  <a:lnTo>
                    <a:pt x="17099" y="16086"/>
                  </a:lnTo>
                  <a:lnTo>
                    <a:pt x="17071" y="16118"/>
                  </a:lnTo>
                  <a:lnTo>
                    <a:pt x="17029" y="16149"/>
                  </a:lnTo>
                  <a:lnTo>
                    <a:pt x="17001" y="16165"/>
                  </a:lnTo>
                  <a:lnTo>
                    <a:pt x="17029" y="16180"/>
                  </a:lnTo>
                  <a:lnTo>
                    <a:pt x="17057" y="16180"/>
                  </a:lnTo>
                  <a:lnTo>
                    <a:pt x="17114" y="16180"/>
                  </a:lnTo>
                  <a:lnTo>
                    <a:pt x="17170" y="16196"/>
                  </a:lnTo>
                  <a:lnTo>
                    <a:pt x="17198" y="16227"/>
                  </a:lnTo>
                  <a:lnTo>
                    <a:pt x="17297" y="16274"/>
                  </a:lnTo>
                  <a:lnTo>
                    <a:pt x="17339" y="16306"/>
                  </a:lnTo>
                  <a:lnTo>
                    <a:pt x="17424" y="16321"/>
                  </a:lnTo>
                  <a:lnTo>
                    <a:pt x="17466" y="16321"/>
                  </a:lnTo>
                  <a:lnTo>
                    <a:pt x="17494" y="16290"/>
                  </a:lnTo>
                  <a:lnTo>
                    <a:pt x="17551" y="16212"/>
                  </a:lnTo>
                  <a:lnTo>
                    <a:pt x="17650" y="16149"/>
                  </a:lnTo>
                  <a:lnTo>
                    <a:pt x="17692" y="16118"/>
                  </a:lnTo>
                  <a:lnTo>
                    <a:pt x="17734" y="16118"/>
                  </a:lnTo>
                  <a:lnTo>
                    <a:pt x="17791" y="16118"/>
                  </a:lnTo>
                  <a:lnTo>
                    <a:pt x="17819" y="16149"/>
                  </a:lnTo>
                  <a:lnTo>
                    <a:pt x="17918" y="16212"/>
                  </a:lnTo>
                  <a:lnTo>
                    <a:pt x="18045" y="16353"/>
                  </a:lnTo>
                  <a:lnTo>
                    <a:pt x="18129" y="16431"/>
                  </a:lnTo>
                  <a:lnTo>
                    <a:pt x="18172" y="16447"/>
                  </a:lnTo>
                  <a:lnTo>
                    <a:pt x="18186" y="16462"/>
                  </a:lnTo>
                  <a:lnTo>
                    <a:pt x="18200" y="16447"/>
                  </a:lnTo>
                  <a:lnTo>
                    <a:pt x="18214" y="16447"/>
                  </a:lnTo>
                  <a:lnTo>
                    <a:pt x="18214" y="16415"/>
                  </a:lnTo>
                  <a:lnTo>
                    <a:pt x="18214" y="16306"/>
                  </a:lnTo>
                  <a:lnTo>
                    <a:pt x="18200" y="16259"/>
                  </a:lnTo>
                  <a:lnTo>
                    <a:pt x="18172" y="16227"/>
                  </a:lnTo>
                  <a:lnTo>
                    <a:pt x="18059" y="16196"/>
                  </a:lnTo>
                  <a:lnTo>
                    <a:pt x="18031" y="16165"/>
                  </a:lnTo>
                  <a:lnTo>
                    <a:pt x="18016" y="16118"/>
                  </a:lnTo>
                  <a:lnTo>
                    <a:pt x="18016" y="16086"/>
                  </a:lnTo>
                  <a:lnTo>
                    <a:pt x="18016" y="16024"/>
                  </a:lnTo>
                  <a:lnTo>
                    <a:pt x="18045" y="15977"/>
                  </a:lnTo>
                  <a:lnTo>
                    <a:pt x="18059" y="15961"/>
                  </a:lnTo>
                  <a:lnTo>
                    <a:pt x="18059" y="15945"/>
                  </a:lnTo>
                  <a:lnTo>
                    <a:pt x="18031" y="15930"/>
                  </a:lnTo>
                  <a:lnTo>
                    <a:pt x="17932" y="15883"/>
                  </a:lnTo>
                  <a:lnTo>
                    <a:pt x="17875" y="15851"/>
                  </a:lnTo>
                  <a:lnTo>
                    <a:pt x="17847" y="15804"/>
                  </a:lnTo>
                  <a:lnTo>
                    <a:pt x="17833" y="15773"/>
                  </a:lnTo>
                  <a:lnTo>
                    <a:pt x="17805" y="15711"/>
                  </a:lnTo>
                  <a:lnTo>
                    <a:pt x="17763" y="15679"/>
                  </a:lnTo>
                  <a:lnTo>
                    <a:pt x="17650" y="15601"/>
                  </a:lnTo>
                  <a:lnTo>
                    <a:pt x="17537" y="15538"/>
                  </a:lnTo>
                  <a:lnTo>
                    <a:pt x="17099" y="15413"/>
                  </a:lnTo>
                  <a:lnTo>
                    <a:pt x="17043" y="15413"/>
                  </a:lnTo>
                  <a:lnTo>
                    <a:pt x="17001" y="15444"/>
                  </a:lnTo>
                  <a:lnTo>
                    <a:pt x="16888" y="15523"/>
                  </a:lnTo>
                  <a:lnTo>
                    <a:pt x="16831" y="15554"/>
                  </a:lnTo>
                  <a:lnTo>
                    <a:pt x="16775" y="15554"/>
                  </a:lnTo>
                  <a:lnTo>
                    <a:pt x="16761" y="15554"/>
                  </a:lnTo>
                  <a:lnTo>
                    <a:pt x="16704" y="15554"/>
                  </a:lnTo>
                  <a:lnTo>
                    <a:pt x="16662" y="15523"/>
                  </a:lnTo>
                  <a:lnTo>
                    <a:pt x="16606" y="15444"/>
                  </a:lnTo>
                  <a:lnTo>
                    <a:pt x="16521" y="15366"/>
                  </a:lnTo>
                  <a:lnTo>
                    <a:pt x="16465" y="15303"/>
                  </a:lnTo>
                  <a:lnTo>
                    <a:pt x="16422" y="15272"/>
                  </a:lnTo>
                  <a:lnTo>
                    <a:pt x="16366" y="15256"/>
                  </a:lnTo>
                  <a:lnTo>
                    <a:pt x="16338" y="15256"/>
                  </a:lnTo>
                  <a:lnTo>
                    <a:pt x="16295" y="15272"/>
                  </a:lnTo>
                  <a:lnTo>
                    <a:pt x="16267" y="15303"/>
                  </a:lnTo>
                  <a:lnTo>
                    <a:pt x="16239" y="15350"/>
                  </a:lnTo>
                  <a:close/>
                  <a:moveTo>
                    <a:pt x="18383" y="17997"/>
                  </a:moveTo>
                  <a:lnTo>
                    <a:pt x="18383" y="17997"/>
                  </a:lnTo>
                  <a:lnTo>
                    <a:pt x="18355" y="17935"/>
                  </a:lnTo>
                  <a:lnTo>
                    <a:pt x="18327" y="17888"/>
                  </a:lnTo>
                  <a:lnTo>
                    <a:pt x="18299" y="17856"/>
                  </a:lnTo>
                  <a:lnTo>
                    <a:pt x="18270" y="17794"/>
                  </a:lnTo>
                  <a:lnTo>
                    <a:pt x="18242" y="17684"/>
                  </a:lnTo>
                  <a:lnTo>
                    <a:pt x="18214" y="17637"/>
                  </a:lnTo>
                  <a:lnTo>
                    <a:pt x="18172" y="17606"/>
                  </a:lnTo>
                  <a:lnTo>
                    <a:pt x="18073" y="17574"/>
                  </a:lnTo>
                  <a:lnTo>
                    <a:pt x="17974" y="17512"/>
                  </a:lnTo>
                  <a:lnTo>
                    <a:pt x="17861" y="17434"/>
                  </a:lnTo>
                  <a:lnTo>
                    <a:pt x="17819" y="17387"/>
                  </a:lnTo>
                  <a:lnTo>
                    <a:pt x="17791" y="17340"/>
                  </a:lnTo>
                  <a:lnTo>
                    <a:pt x="17748" y="17073"/>
                  </a:lnTo>
                  <a:lnTo>
                    <a:pt x="17734" y="17026"/>
                  </a:lnTo>
                  <a:lnTo>
                    <a:pt x="17706" y="16979"/>
                  </a:lnTo>
                  <a:lnTo>
                    <a:pt x="17636" y="16901"/>
                  </a:lnTo>
                  <a:lnTo>
                    <a:pt x="17607" y="16854"/>
                  </a:lnTo>
                  <a:lnTo>
                    <a:pt x="17579" y="16807"/>
                  </a:lnTo>
                  <a:lnTo>
                    <a:pt x="17551" y="16682"/>
                  </a:lnTo>
                  <a:lnTo>
                    <a:pt x="17537" y="16666"/>
                  </a:lnTo>
                  <a:lnTo>
                    <a:pt x="17523" y="16666"/>
                  </a:lnTo>
                  <a:lnTo>
                    <a:pt x="17509" y="16666"/>
                  </a:lnTo>
                  <a:lnTo>
                    <a:pt x="17494" y="16666"/>
                  </a:lnTo>
                  <a:lnTo>
                    <a:pt x="17438" y="16744"/>
                  </a:lnTo>
                  <a:lnTo>
                    <a:pt x="17410" y="16791"/>
                  </a:lnTo>
                  <a:lnTo>
                    <a:pt x="17396" y="16838"/>
                  </a:lnTo>
                  <a:lnTo>
                    <a:pt x="17396" y="17105"/>
                  </a:lnTo>
                  <a:lnTo>
                    <a:pt x="17382" y="17167"/>
                  </a:lnTo>
                  <a:lnTo>
                    <a:pt x="17353" y="17214"/>
                  </a:lnTo>
                  <a:lnTo>
                    <a:pt x="17297" y="17277"/>
                  </a:lnTo>
                  <a:lnTo>
                    <a:pt x="17255" y="17308"/>
                  </a:lnTo>
                  <a:lnTo>
                    <a:pt x="17198" y="17324"/>
                  </a:lnTo>
                  <a:lnTo>
                    <a:pt x="17170" y="17324"/>
                  </a:lnTo>
                  <a:lnTo>
                    <a:pt x="17128" y="17308"/>
                  </a:lnTo>
                  <a:lnTo>
                    <a:pt x="17085" y="17261"/>
                  </a:lnTo>
                  <a:lnTo>
                    <a:pt x="17015" y="17136"/>
                  </a:lnTo>
                  <a:lnTo>
                    <a:pt x="16972" y="17105"/>
                  </a:lnTo>
                  <a:lnTo>
                    <a:pt x="16916" y="17089"/>
                  </a:lnTo>
                  <a:lnTo>
                    <a:pt x="16902" y="17089"/>
                  </a:lnTo>
                  <a:lnTo>
                    <a:pt x="16845" y="17073"/>
                  </a:lnTo>
                  <a:lnTo>
                    <a:pt x="16789" y="17058"/>
                  </a:lnTo>
                  <a:lnTo>
                    <a:pt x="16747" y="17042"/>
                  </a:lnTo>
                  <a:lnTo>
                    <a:pt x="16733" y="17026"/>
                  </a:lnTo>
                  <a:lnTo>
                    <a:pt x="16718" y="17011"/>
                  </a:lnTo>
                  <a:lnTo>
                    <a:pt x="16718" y="16979"/>
                  </a:lnTo>
                  <a:lnTo>
                    <a:pt x="16733" y="16948"/>
                  </a:lnTo>
                  <a:lnTo>
                    <a:pt x="16747" y="16917"/>
                  </a:lnTo>
                  <a:lnTo>
                    <a:pt x="16803" y="16807"/>
                  </a:lnTo>
                  <a:lnTo>
                    <a:pt x="16817" y="16760"/>
                  </a:lnTo>
                  <a:lnTo>
                    <a:pt x="16817" y="16744"/>
                  </a:lnTo>
                  <a:lnTo>
                    <a:pt x="16817" y="16713"/>
                  </a:lnTo>
                  <a:lnTo>
                    <a:pt x="16803" y="16697"/>
                  </a:lnTo>
                  <a:lnTo>
                    <a:pt x="16789" y="16697"/>
                  </a:lnTo>
                  <a:lnTo>
                    <a:pt x="16620" y="16650"/>
                  </a:lnTo>
                  <a:lnTo>
                    <a:pt x="16507" y="16635"/>
                  </a:lnTo>
                  <a:lnTo>
                    <a:pt x="16479" y="16635"/>
                  </a:lnTo>
                  <a:lnTo>
                    <a:pt x="16436" y="16635"/>
                  </a:lnTo>
                  <a:lnTo>
                    <a:pt x="16394" y="16666"/>
                  </a:lnTo>
                  <a:lnTo>
                    <a:pt x="16309" y="16729"/>
                  </a:lnTo>
                  <a:lnTo>
                    <a:pt x="16267" y="16760"/>
                  </a:lnTo>
                  <a:lnTo>
                    <a:pt x="16168" y="16807"/>
                  </a:lnTo>
                  <a:lnTo>
                    <a:pt x="16126" y="16838"/>
                  </a:lnTo>
                  <a:lnTo>
                    <a:pt x="16084" y="16870"/>
                  </a:lnTo>
                  <a:lnTo>
                    <a:pt x="16055" y="16917"/>
                  </a:lnTo>
                  <a:lnTo>
                    <a:pt x="16041" y="16948"/>
                  </a:lnTo>
                  <a:lnTo>
                    <a:pt x="16013" y="16995"/>
                  </a:lnTo>
                  <a:lnTo>
                    <a:pt x="15971" y="17011"/>
                  </a:lnTo>
                  <a:lnTo>
                    <a:pt x="15886" y="16979"/>
                  </a:lnTo>
                  <a:lnTo>
                    <a:pt x="15858" y="16964"/>
                  </a:lnTo>
                  <a:lnTo>
                    <a:pt x="15801" y="16948"/>
                  </a:lnTo>
                  <a:lnTo>
                    <a:pt x="15759" y="16964"/>
                  </a:lnTo>
                  <a:lnTo>
                    <a:pt x="15717" y="16979"/>
                  </a:lnTo>
                  <a:lnTo>
                    <a:pt x="15618" y="17042"/>
                  </a:lnTo>
                  <a:lnTo>
                    <a:pt x="15505" y="17136"/>
                  </a:lnTo>
                  <a:lnTo>
                    <a:pt x="15406" y="17199"/>
                  </a:lnTo>
                  <a:lnTo>
                    <a:pt x="15364" y="17214"/>
                  </a:lnTo>
                  <a:lnTo>
                    <a:pt x="15265" y="17277"/>
                  </a:lnTo>
                  <a:lnTo>
                    <a:pt x="15237" y="17293"/>
                  </a:lnTo>
                  <a:lnTo>
                    <a:pt x="15195" y="17324"/>
                  </a:lnTo>
                  <a:lnTo>
                    <a:pt x="15167" y="17387"/>
                  </a:lnTo>
                  <a:lnTo>
                    <a:pt x="15124" y="17496"/>
                  </a:lnTo>
                  <a:lnTo>
                    <a:pt x="15096" y="17527"/>
                  </a:lnTo>
                  <a:lnTo>
                    <a:pt x="15054" y="17543"/>
                  </a:lnTo>
                  <a:lnTo>
                    <a:pt x="15025" y="17543"/>
                  </a:lnTo>
                  <a:lnTo>
                    <a:pt x="14983" y="17559"/>
                  </a:lnTo>
                  <a:lnTo>
                    <a:pt x="14927" y="17590"/>
                  </a:lnTo>
                  <a:lnTo>
                    <a:pt x="14814" y="17668"/>
                  </a:lnTo>
                  <a:lnTo>
                    <a:pt x="14715" y="17731"/>
                  </a:lnTo>
                  <a:lnTo>
                    <a:pt x="14546" y="17825"/>
                  </a:lnTo>
                  <a:lnTo>
                    <a:pt x="14447" y="17903"/>
                  </a:lnTo>
                  <a:lnTo>
                    <a:pt x="14391" y="17966"/>
                  </a:lnTo>
                  <a:lnTo>
                    <a:pt x="14320" y="18060"/>
                  </a:lnTo>
                  <a:lnTo>
                    <a:pt x="14306" y="18107"/>
                  </a:lnTo>
                  <a:lnTo>
                    <a:pt x="14292" y="18170"/>
                  </a:lnTo>
                  <a:lnTo>
                    <a:pt x="14306" y="18217"/>
                  </a:lnTo>
                  <a:lnTo>
                    <a:pt x="14334" y="18326"/>
                  </a:lnTo>
                  <a:lnTo>
                    <a:pt x="14348" y="18452"/>
                  </a:lnTo>
                  <a:lnTo>
                    <a:pt x="14348" y="18483"/>
                  </a:lnTo>
                  <a:lnTo>
                    <a:pt x="14362" y="18608"/>
                  </a:lnTo>
                  <a:lnTo>
                    <a:pt x="14475" y="19016"/>
                  </a:lnTo>
                  <a:lnTo>
                    <a:pt x="14489" y="19141"/>
                  </a:lnTo>
                  <a:lnTo>
                    <a:pt x="14489" y="19172"/>
                  </a:lnTo>
                  <a:lnTo>
                    <a:pt x="14489" y="19297"/>
                  </a:lnTo>
                  <a:lnTo>
                    <a:pt x="14489" y="19485"/>
                  </a:lnTo>
                  <a:lnTo>
                    <a:pt x="14503" y="19532"/>
                  </a:lnTo>
                  <a:lnTo>
                    <a:pt x="14532" y="19579"/>
                  </a:lnTo>
                  <a:lnTo>
                    <a:pt x="14588" y="19658"/>
                  </a:lnTo>
                  <a:lnTo>
                    <a:pt x="14630" y="19689"/>
                  </a:lnTo>
                  <a:lnTo>
                    <a:pt x="14687" y="19689"/>
                  </a:lnTo>
                  <a:lnTo>
                    <a:pt x="14715" y="19689"/>
                  </a:lnTo>
                  <a:lnTo>
                    <a:pt x="14814" y="19673"/>
                  </a:lnTo>
                  <a:lnTo>
                    <a:pt x="14927" y="19642"/>
                  </a:lnTo>
                  <a:lnTo>
                    <a:pt x="15025" y="19595"/>
                  </a:lnTo>
                  <a:lnTo>
                    <a:pt x="15068" y="19564"/>
                  </a:lnTo>
                  <a:lnTo>
                    <a:pt x="15110" y="19548"/>
                  </a:lnTo>
                  <a:lnTo>
                    <a:pt x="15167" y="19548"/>
                  </a:lnTo>
                  <a:lnTo>
                    <a:pt x="15195" y="19548"/>
                  </a:lnTo>
                  <a:lnTo>
                    <a:pt x="15308" y="19517"/>
                  </a:lnTo>
                  <a:lnTo>
                    <a:pt x="15406" y="19485"/>
                  </a:lnTo>
                  <a:lnTo>
                    <a:pt x="15449" y="19454"/>
                  </a:lnTo>
                  <a:lnTo>
                    <a:pt x="15463" y="19423"/>
                  </a:lnTo>
                  <a:lnTo>
                    <a:pt x="15477" y="19391"/>
                  </a:lnTo>
                  <a:lnTo>
                    <a:pt x="15505" y="19360"/>
                  </a:lnTo>
                  <a:lnTo>
                    <a:pt x="15745" y="19266"/>
                  </a:lnTo>
                  <a:lnTo>
                    <a:pt x="15801" y="19250"/>
                  </a:lnTo>
                  <a:lnTo>
                    <a:pt x="15858" y="19235"/>
                  </a:lnTo>
                  <a:lnTo>
                    <a:pt x="16027" y="19235"/>
                  </a:lnTo>
                  <a:lnTo>
                    <a:pt x="16140" y="19250"/>
                  </a:lnTo>
                  <a:lnTo>
                    <a:pt x="16436" y="19297"/>
                  </a:lnTo>
                  <a:lnTo>
                    <a:pt x="16493" y="19329"/>
                  </a:lnTo>
                  <a:lnTo>
                    <a:pt x="16535" y="19360"/>
                  </a:lnTo>
                  <a:lnTo>
                    <a:pt x="16662" y="19501"/>
                  </a:lnTo>
                  <a:lnTo>
                    <a:pt x="16747" y="19579"/>
                  </a:lnTo>
                  <a:lnTo>
                    <a:pt x="16803" y="19658"/>
                  </a:lnTo>
                  <a:lnTo>
                    <a:pt x="16845" y="19689"/>
                  </a:lnTo>
                  <a:lnTo>
                    <a:pt x="16902" y="19689"/>
                  </a:lnTo>
                  <a:lnTo>
                    <a:pt x="16916" y="19689"/>
                  </a:lnTo>
                  <a:lnTo>
                    <a:pt x="16972" y="19705"/>
                  </a:lnTo>
                  <a:lnTo>
                    <a:pt x="17001" y="19752"/>
                  </a:lnTo>
                  <a:lnTo>
                    <a:pt x="17029" y="19799"/>
                  </a:lnTo>
                  <a:lnTo>
                    <a:pt x="17085" y="19893"/>
                  </a:lnTo>
                  <a:lnTo>
                    <a:pt x="17142" y="19955"/>
                  </a:lnTo>
                  <a:lnTo>
                    <a:pt x="17226" y="20034"/>
                  </a:lnTo>
                  <a:lnTo>
                    <a:pt x="17339" y="20128"/>
                  </a:lnTo>
                  <a:lnTo>
                    <a:pt x="17452" y="20175"/>
                  </a:lnTo>
                  <a:lnTo>
                    <a:pt x="17551" y="20206"/>
                  </a:lnTo>
                  <a:lnTo>
                    <a:pt x="17593" y="20222"/>
                  </a:lnTo>
                  <a:lnTo>
                    <a:pt x="17650" y="20206"/>
                  </a:lnTo>
                  <a:lnTo>
                    <a:pt x="17692" y="20190"/>
                  </a:lnTo>
                  <a:lnTo>
                    <a:pt x="17734" y="20175"/>
                  </a:lnTo>
                  <a:lnTo>
                    <a:pt x="17777" y="20206"/>
                  </a:lnTo>
                  <a:lnTo>
                    <a:pt x="17833" y="20269"/>
                  </a:lnTo>
                  <a:lnTo>
                    <a:pt x="17875" y="20300"/>
                  </a:lnTo>
                  <a:lnTo>
                    <a:pt x="17904" y="20316"/>
                  </a:lnTo>
                  <a:lnTo>
                    <a:pt x="17946" y="20300"/>
                  </a:lnTo>
                  <a:lnTo>
                    <a:pt x="17988" y="20269"/>
                  </a:lnTo>
                  <a:lnTo>
                    <a:pt x="18045" y="20206"/>
                  </a:lnTo>
                  <a:lnTo>
                    <a:pt x="18129" y="20128"/>
                  </a:lnTo>
                  <a:lnTo>
                    <a:pt x="18172" y="20112"/>
                  </a:lnTo>
                  <a:lnTo>
                    <a:pt x="18256" y="20081"/>
                  </a:lnTo>
                  <a:lnTo>
                    <a:pt x="18285" y="20065"/>
                  </a:lnTo>
                  <a:lnTo>
                    <a:pt x="18285" y="20018"/>
                  </a:lnTo>
                  <a:lnTo>
                    <a:pt x="18285" y="19987"/>
                  </a:lnTo>
                  <a:lnTo>
                    <a:pt x="18299" y="19924"/>
                  </a:lnTo>
                  <a:lnTo>
                    <a:pt x="18313" y="19877"/>
                  </a:lnTo>
                  <a:lnTo>
                    <a:pt x="18397" y="19673"/>
                  </a:lnTo>
                  <a:lnTo>
                    <a:pt x="18454" y="19564"/>
                  </a:lnTo>
                  <a:lnTo>
                    <a:pt x="18609" y="19063"/>
                  </a:lnTo>
                  <a:lnTo>
                    <a:pt x="18637" y="18937"/>
                  </a:lnTo>
                  <a:lnTo>
                    <a:pt x="18637" y="18765"/>
                  </a:lnTo>
                  <a:lnTo>
                    <a:pt x="18637" y="18640"/>
                  </a:lnTo>
                  <a:lnTo>
                    <a:pt x="18637" y="18530"/>
                  </a:lnTo>
                  <a:lnTo>
                    <a:pt x="18637" y="18405"/>
                  </a:lnTo>
                  <a:lnTo>
                    <a:pt x="18637" y="18373"/>
                  </a:lnTo>
                  <a:lnTo>
                    <a:pt x="18623" y="18326"/>
                  </a:lnTo>
                  <a:lnTo>
                    <a:pt x="18595" y="18279"/>
                  </a:lnTo>
                  <a:lnTo>
                    <a:pt x="18482" y="18201"/>
                  </a:lnTo>
                  <a:lnTo>
                    <a:pt x="18440" y="18154"/>
                  </a:lnTo>
                  <a:lnTo>
                    <a:pt x="18411" y="18107"/>
                  </a:lnTo>
                  <a:lnTo>
                    <a:pt x="18383" y="17997"/>
                  </a:lnTo>
                  <a:close/>
                  <a:moveTo>
                    <a:pt x="17791" y="20613"/>
                  </a:moveTo>
                  <a:lnTo>
                    <a:pt x="17791" y="20613"/>
                  </a:lnTo>
                  <a:lnTo>
                    <a:pt x="17777" y="20629"/>
                  </a:lnTo>
                  <a:lnTo>
                    <a:pt x="17763" y="20629"/>
                  </a:lnTo>
                  <a:lnTo>
                    <a:pt x="17748" y="20660"/>
                  </a:lnTo>
                  <a:lnTo>
                    <a:pt x="17763" y="20676"/>
                  </a:lnTo>
                  <a:lnTo>
                    <a:pt x="17791" y="20785"/>
                  </a:lnTo>
                  <a:lnTo>
                    <a:pt x="17805" y="20911"/>
                  </a:lnTo>
                  <a:lnTo>
                    <a:pt x="17805" y="20942"/>
                  </a:lnTo>
                  <a:lnTo>
                    <a:pt x="17819" y="20989"/>
                  </a:lnTo>
                  <a:lnTo>
                    <a:pt x="17861" y="21020"/>
                  </a:lnTo>
                  <a:lnTo>
                    <a:pt x="17904" y="21052"/>
                  </a:lnTo>
                  <a:lnTo>
                    <a:pt x="17918" y="21052"/>
                  </a:lnTo>
                  <a:lnTo>
                    <a:pt x="17946" y="21052"/>
                  </a:lnTo>
                  <a:lnTo>
                    <a:pt x="17960" y="21036"/>
                  </a:lnTo>
                  <a:lnTo>
                    <a:pt x="17974" y="21020"/>
                  </a:lnTo>
                  <a:lnTo>
                    <a:pt x="17988" y="20973"/>
                  </a:lnTo>
                  <a:lnTo>
                    <a:pt x="18031" y="20864"/>
                  </a:lnTo>
                  <a:lnTo>
                    <a:pt x="18073" y="20754"/>
                  </a:lnTo>
                  <a:lnTo>
                    <a:pt x="18087" y="20629"/>
                  </a:lnTo>
                  <a:lnTo>
                    <a:pt x="18087" y="20613"/>
                  </a:lnTo>
                  <a:lnTo>
                    <a:pt x="18087" y="20582"/>
                  </a:lnTo>
                  <a:lnTo>
                    <a:pt x="18073" y="20566"/>
                  </a:lnTo>
                  <a:lnTo>
                    <a:pt x="18059" y="20566"/>
                  </a:lnTo>
                  <a:lnTo>
                    <a:pt x="18031" y="20566"/>
                  </a:lnTo>
                  <a:lnTo>
                    <a:pt x="18002" y="20598"/>
                  </a:lnTo>
                  <a:lnTo>
                    <a:pt x="17946" y="20613"/>
                  </a:lnTo>
                  <a:lnTo>
                    <a:pt x="17889" y="20613"/>
                  </a:lnTo>
                  <a:lnTo>
                    <a:pt x="17791" y="20613"/>
                  </a:lnTo>
                  <a:close/>
                  <a:moveTo>
                    <a:pt x="17480" y="7503"/>
                  </a:moveTo>
                  <a:lnTo>
                    <a:pt x="17480" y="7503"/>
                  </a:lnTo>
                  <a:lnTo>
                    <a:pt x="17466" y="7472"/>
                  </a:lnTo>
                  <a:lnTo>
                    <a:pt x="17466" y="7503"/>
                  </a:lnTo>
                  <a:lnTo>
                    <a:pt x="17466" y="7534"/>
                  </a:lnTo>
                  <a:lnTo>
                    <a:pt x="17452" y="7644"/>
                  </a:lnTo>
                  <a:lnTo>
                    <a:pt x="17410" y="7769"/>
                  </a:lnTo>
                  <a:lnTo>
                    <a:pt x="17410" y="7816"/>
                  </a:lnTo>
                  <a:lnTo>
                    <a:pt x="17424" y="7879"/>
                  </a:lnTo>
                  <a:lnTo>
                    <a:pt x="17438" y="7926"/>
                  </a:lnTo>
                  <a:lnTo>
                    <a:pt x="17452" y="7973"/>
                  </a:lnTo>
                  <a:lnTo>
                    <a:pt x="17466" y="8035"/>
                  </a:lnTo>
                  <a:lnTo>
                    <a:pt x="17466" y="8521"/>
                  </a:lnTo>
                  <a:lnTo>
                    <a:pt x="17466" y="8646"/>
                  </a:lnTo>
                  <a:lnTo>
                    <a:pt x="17466" y="8756"/>
                  </a:lnTo>
                  <a:lnTo>
                    <a:pt x="17480" y="8803"/>
                  </a:lnTo>
                  <a:lnTo>
                    <a:pt x="17523" y="8834"/>
                  </a:lnTo>
                  <a:lnTo>
                    <a:pt x="17621" y="8881"/>
                  </a:lnTo>
                  <a:lnTo>
                    <a:pt x="17650" y="8881"/>
                  </a:lnTo>
                  <a:lnTo>
                    <a:pt x="17636" y="8850"/>
                  </a:lnTo>
                  <a:lnTo>
                    <a:pt x="17565" y="8725"/>
                  </a:lnTo>
                  <a:lnTo>
                    <a:pt x="17537" y="8662"/>
                  </a:lnTo>
                  <a:lnTo>
                    <a:pt x="17537" y="8599"/>
                  </a:lnTo>
                  <a:lnTo>
                    <a:pt x="17537" y="8568"/>
                  </a:lnTo>
                  <a:lnTo>
                    <a:pt x="17537" y="8521"/>
                  </a:lnTo>
                  <a:lnTo>
                    <a:pt x="17551" y="8458"/>
                  </a:lnTo>
                  <a:lnTo>
                    <a:pt x="17579" y="8411"/>
                  </a:lnTo>
                  <a:lnTo>
                    <a:pt x="17607" y="8380"/>
                  </a:lnTo>
                  <a:lnTo>
                    <a:pt x="17621" y="8380"/>
                  </a:lnTo>
                  <a:lnTo>
                    <a:pt x="17636" y="8396"/>
                  </a:lnTo>
                  <a:lnTo>
                    <a:pt x="17650" y="8411"/>
                  </a:lnTo>
                  <a:lnTo>
                    <a:pt x="17650" y="8380"/>
                  </a:lnTo>
                  <a:lnTo>
                    <a:pt x="17551" y="7879"/>
                  </a:lnTo>
                  <a:lnTo>
                    <a:pt x="17537" y="7753"/>
                  </a:lnTo>
                  <a:lnTo>
                    <a:pt x="17537" y="7738"/>
                  </a:lnTo>
                  <a:lnTo>
                    <a:pt x="17509" y="7612"/>
                  </a:lnTo>
                  <a:lnTo>
                    <a:pt x="17480" y="7503"/>
                  </a:lnTo>
                  <a:close/>
                  <a:moveTo>
                    <a:pt x="17353" y="9163"/>
                  </a:moveTo>
                  <a:lnTo>
                    <a:pt x="17353" y="9163"/>
                  </a:lnTo>
                  <a:lnTo>
                    <a:pt x="17339" y="9210"/>
                  </a:lnTo>
                  <a:lnTo>
                    <a:pt x="17325" y="9257"/>
                  </a:lnTo>
                  <a:lnTo>
                    <a:pt x="17325" y="9367"/>
                  </a:lnTo>
                  <a:lnTo>
                    <a:pt x="17311" y="9429"/>
                  </a:lnTo>
                  <a:lnTo>
                    <a:pt x="17297" y="9492"/>
                  </a:lnTo>
                  <a:lnTo>
                    <a:pt x="17283" y="9523"/>
                  </a:lnTo>
                  <a:lnTo>
                    <a:pt x="17255" y="9586"/>
                  </a:lnTo>
                  <a:lnTo>
                    <a:pt x="17255" y="9649"/>
                  </a:lnTo>
                  <a:lnTo>
                    <a:pt x="17255" y="9680"/>
                  </a:lnTo>
                  <a:lnTo>
                    <a:pt x="17269" y="9696"/>
                  </a:lnTo>
                  <a:lnTo>
                    <a:pt x="17283" y="9680"/>
                  </a:lnTo>
                  <a:lnTo>
                    <a:pt x="17353" y="9555"/>
                  </a:lnTo>
                  <a:lnTo>
                    <a:pt x="17382" y="9539"/>
                  </a:lnTo>
                  <a:lnTo>
                    <a:pt x="17396" y="9539"/>
                  </a:lnTo>
                  <a:lnTo>
                    <a:pt x="17410" y="9539"/>
                  </a:lnTo>
                  <a:lnTo>
                    <a:pt x="17438" y="9555"/>
                  </a:lnTo>
                  <a:lnTo>
                    <a:pt x="17494" y="9617"/>
                  </a:lnTo>
                  <a:lnTo>
                    <a:pt x="17509" y="9633"/>
                  </a:lnTo>
                  <a:lnTo>
                    <a:pt x="17523" y="9633"/>
                  </a:lnTo>
                  <a:lnTo>
                    <a:pt x="17537" y="9617"/>
                  </a:lnTo>
                  <a:lnTo>
                    <a:pt x="17551" y="9602"/>
                  </a:lnTo>
                  <a:lnTo>
                    <a:pt x="17579" y="9555"/>
                  </a:lnTo>
                  <a:lnTo>
                    <a:pt x="17607" y="9508"/>
                  </a:lnTo>
                  <a:lnTo>
                    <a:pt x="17650" y="9476"/>
                  </a:lnTo>
                  <a:lnTo>
                    <a:pt x="17692" y="9461"/>
                  </a:lnTo>
                  <a:lnTo>
                    <a:pt x="17777" y="9382"/>
                  </a:lnTo>
                  <a:lnTo>
                    <a:pt x="17833" y="9320"/>
                  </a:lnTo>
                  <a:lnTo>
                    <a:pt x="17847" y="9304"/>
                  </a:lnTo>
                  <a:lnTo>
                    <a:pt x="17847" y="9288"/>
                  </a:lnTo>
                  <a:lnTo>
                    <a:pt x="17833" y="9273"/>
                  </a:lnTo>
                  <a:lnTo>
                    <a:pt x="17819" y="9273"/>
                  </a:lnTo>
                  <a:lnTo>
                    <a:pt x="17791" y="9273"/>
                  </a:lnTo>
                  <a:lnTo>
                    <a:pt x="17678" y="9257"/>
                  </a:lnTo>
                  <a:lnTo>
                    <a:pt x="17579" y="9226"/>
                  </a:lnTo>
                  <a:lnTo>
                    <a:pt x="17480" y="9163"/>
                  </a:lnTo>
                  <a:lnTo>
                    <a:pt x="17438" y="9147"/>
                  </a:lnTo>
                  <a:lnTo>
                    <a:pt x="17396" y="9147"/>
                  </a:lnTo>
                  <a:lnTo>
                    <a:pt x="17353" y="9163"/>
                  </a:lnTo>
                  <a:close/>
                  <a:moveTo>
                    <a:pt x="17198" y="10056"/>
                  </a:moveTo>
                  <a:lnTo>
                    <a:pt x="17198" y="10056"/>
                  </a:lnTo>
                  <a:lnTo>
                    <a:pt x="17156" y="10181"/>
                  </a:lnTo>
                  <a:lnTo>
                    <a:pt x="17142" y="10213"/>
                  </a:lnTo>
                  <a:lnTo>
                    <a:pt x="17114" y="10260"/>
                  </a:lnTo>
                  <a:lnTo>
                    <a:pt x="17071" y="10307"/>
                  </a:lnTo>
                  <a:lnTo>
                    <a:pt x="17029" y="10322"/>
                  </a:lnTo>
                  <a:lnTo>
                    <a:pt x="16930" y="10385"/>
                  </a:lnTo>
                  <a:lnTo>
                    <a:pt x="16747" y="10542"/>
                  </a:lnTo>
                  <a:lnTo>
                    <a:pt x="16704" y="10573"/>
                  </a:lnTo>
                  <a:lnTo>
                    <a:pt x="16648" y="10573"/>
                  </a:lnTo>
                  <a:lnTo>
                    <a:pt x="16620" y="10573"/>
                  </a:lnTo>
                  <a:lnTo>
                    <a:pt x="16507" y="10604"/>
                  </a:lnTo>
                  <a:lnTo>
                    <a:pt x="16408" y="10636"/>
                  </a:lnTo>
                  <a:lnTo>
                    <a:pt x="16366" y="10667"/>
                  </a:lnTo>
                  <a:lnTo>
                    <a:pt x="16352" y="10698"/>
                  </a:lnTo>
                  <a:lnTo>
                    <a:pt x="16380" y="10792"/>
                  </a:lnTo>
                  <a:lnTo>
                    <a:pt x="16408" y="10902"/>
                  </a:lnTo>
                  <a:lnTo>
                    <a:pt x="16422" y="10917"/>
                  </a:lnTo>
                  <a:lnTo>
                    <a:pt x="16436" y="10933"/>
                  </a:lnTo>
                  <a:lnTo>
                    <a:pt x="16450" y="10933"/>
                  </a:lnTo>
                  <a:lnTo>
                    <a:pt x="16465" y="10917"/>
                  </a:lnTo>
                  <a:lnTo>
                    <a:pt x="16521" y="10855"/>
                  </a:lnTo>
                  <a:lnTo>
                    <a:pt x="16563" y="10823"/>
                  </a:lnTo>
                  <a:lnTo>
                    <a:pt x="16606" y="10808"/>
                  </a:lnTo>
                  <a:lnTo>
                    <a:pt x="16634" y="10792"/>
                  </a:lnTo>
                  <a:lnTo>
                    <a:pt x="16662" y="10777"/>
                  </a:lnTo>
                  <a:lnTo>
                    <a:pt x="16690" y="10761"/>
                  </a:lnTo>
                  <a:lnTo>
                    <a:pt x="16704" y="10777"/>
                  </a:lnTo>
                  <a:lnTo>
                    <a:pt x="16718" y="10777"/>
                  </a:lnTo>
                  <a:lnTo>
                    <a:pt x="16747" y="10761"/>
                  </a:lnTo>
                  <a:lnTo>
                    <a:pt x="16803" y="10698"/>
                  </a:lnTo>
                  <a:lnTo>
                    <a:pt x="16845" y="10667"/>
                  </a:lnTo>
                  <a:lnTo>
                    <a:pt x="16874" y="10651"/>
                  </a:lnTo>
                  <a:lnTo>
                    <a:pt x="16958" y="10651"/>
                  </a:lnTo>
                  <a:lnTo>
                    <a:pt x="16987" y="10651"/>
                  </a:lnTo>
                  <a:lnTo>
                    <a:pt x="17085" y="10651"/>
                  </a:lnTo>
                  <a:lnTo>
                    <a:pt x="17156" y="10651"/>
                  </a:lnTo>
                  <a:lnTo>
                    <a:pt x="17184" y="10651"/>
                  </a:lnTo>
                  <a:lnTo>
                    <a:pt x="17212" y="10620"/>
                  </a:lnTo>
                  <a:lnTo>
                    <a:pt x="17240" y="10573"/>
                  </a:lnTo>
                  <a:lnTo>
                    <a:pt x="17255" y="10510"/>
                  </a:lnTo>
                  <a:lnTo>
                    <a:pt x="17255" y="10416"/>
                  </a:lnTo>
                  <a:lnTo>
                    <a:pt x="17255" y="10354"/>
                  </a:lnTo>
                  <a:lnTo>
                    <a:pt x="17283" y="10291"/>
                  </a:lnTo>
                  <a:lnTo>
                    <a:pt x="17297" y="10244"/>
                  </a:lnTo>
                  <a:lnTo>
                    <a:pt x="17339" y="10134"/>
                  </a:lnTo>
                  <a:lnTo>
                    <a:pt x="17367" y="10025"/>
                  </a:lnTo>
                  <a:lnTo>
                    <a:pt x="17382" y="9962"/>
                  </a:lnTo>
                  <a:lnTo>
                    <a:pt x="17353" y="9915"/>
                  </a:lnTo>
                  <a:lnTo>
                    <a:pt x="17283" y="9790"/>
                  </a:lnTo>
                  <a:lnTo>
                    <a:pt x="17269" y="9758"/>
                  </a:lnTo>
                  <a:lnTo>
                    <a:pt x="17255" y="9758"/>
                  </a:lnTo>
                  <a:lnTo>
                    <a:pt x="17255" y="9774"/>
                  </a:lnTo>
                  <a:lnTo>
                    <a:pt x="17240" y="9868"/>
                  </a:lnTo>
                  <a:lnTo>
                    <a:pt x="17198" y="10056"/>
                  </a:ln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lvl="0">
                <a:defRPr sz="2400">
                  <a:solidFill>
                    <a:srgbClr val="767982"/>
                  </a:solidFill>
                  <a:latin typeface="Open Sans Light"/>
                  <a:ea typeface="Open Sans Light"/>
                  <a:cs typeface="Open Sans Light"/>
                  <a:sym typeface="Open Sans"/>
                </a:defRPr>
              </a:pPr>
              <a:endParaRPr lang="en-GB" noProof="0"/>
            </a:p>
          </p:txBody>
        </p:sp>
      </p:grpSp>
      <p:pic>
        <p:nvPicPr>
          <p:cNvPr id="17" name="Grafik 40" descr="Ein Bild, das Text enthält.&#10;&#10;Automatisch generierte Beschreibung">
            <a:extLst>
              <a:ext uri="{FF2B5EF4-FFF2-40B4-BE49-F238E27FC236}">
                <a16:creationId xmlns:a16="http://schemas.microsoft.com/office/drawing/2014/main" id="{C7402E37-22C1-9F91-F81E-A0CA41723F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23"/>
          <a:stretch/>
        </p:blipFill>
        <p:spPr>
          <a:xfrm>
            <a:off x="2870694" y="3179645"/>
            <a:ext cx="457993" cy="494146"/>
          </a:xfrm>
          <a:prstGeom prst="rect">
            <a:avLst/>
          </a:prstGeom>
        </p:spPr>
      </p:pic>
      <p:pic>
        <p:nvPicPr>
          <p:cNvPr id="20" name="Grafik 40" descr="Ein Bild, das Text enthält.&#10;&#10;Automatisch generierte Beschreibung">
            <a:extLst>
              <a:ext uri="{FF2B5EF4-FFF2-40B4-BE49-F238E27FC236}">
                <a16:creationId xmlns:a16="http://schemas.microsoft.com/office/drawing/2014/main" id="{908CF843-E6AF-8411-09FF-80CC0A5EA7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23"/>
          <a:stretch/>
        </p:blipFill>
        <p:spPr>
          <a:xfrm>
            <a:off x="5870103" y="3024887"/>
            <a:ext cx="457993" cy="494146"/>
          </a:xfrm>
          <a:prstGeom prst="rect">
            <a:avLst/>
          </a:prstGeom>
        </p:spPr>
      </p:pic>
      <p:pic>
        <p:nvPicPr>
          <p:cNvPr id="25" name="Grafik 40" descr="Ein Bild, das Text enthält.&#10;&#10;Automatisch generierte Beschreibung">
            <a:extLst>
              <a:ext uri="{FF2B5EF4-FFF2-40B4-BE49-F238E27FC236}">
                <a16:creationId xmlns:a16="http://schemas.microsoft.com/office/drawing/2014/main" id="{D7157538-DD3A-0629-D485-FC653C87BB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23"/>
          <a:stretch/>
        </p:blipFill>
        <p:spPr>
          <a:xfrm>
            <a:off x="8731979" y="3310224"/>
            <a:ext cx="457993" cy="494146"/>
          </a:xfrm>
          <a:prstGeom prst="rect">
            <a:avLst/>
          </a:prstGeom>
        </p:spPr>
      </p:pic>
      <p:pic>
        <p:nvPicPr>
          <p:cNvPr id="30" name="Grafik 40" descr="Ein Bild, das Text enthält.&#10;&#10;Automatisch generierte Beschreibung">
            <a:extLst>
              <a:ext uri="{FF2B5EF4-FFF2-40B4-BE49-F238E27FC236}">
                <a16:creationId xmlns:a16="http://schemas.microsoft.com/office/drawing/2014/main" id="{150747AA-3C18-7DF6-D62C-00FD17BA0B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23"/>
          <a:stretch/>
        </p:blipFill>
        <p:spPr>
          <a:xfrm>
            <a:off x="8732255" y="4517325"/>
            <a:ext cx="457993" cy="494146"/>
          </a:xfrm>
          <a:prstGeom prst="rect">
            <a:avLst/>
          </a:prstGeom>
        </p:spPr>
      </p:pic>
      <p:pic>
        <p:nvPicPr>
          <p:cNvPr id="6" name="Grafik 40" descr="Ein Bild, das Text enthält.&#10;&#10;Automatisch generierte Beschreibung">
            <a:extLst>
              <a:ext uri="{FF2B5EF4-FFF2-40B4-BE49-F238E27FC236}">
                <a16:creationId xmlns:a16="http://schemas.microsoft.com/office/drawing/2014/main" id="{60CB5D71-B68B-CF93-647F-365646FF22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23"/>
          <a:stretch/>
        </p:blipFill>
        <p:spPr>
          <a:xfrm>
            <a:off x="9961491" y="3000014"/>
            <a:ext cx="457993" cy="494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7DF677B-3DCD-4882-C433-2BF89C0BF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# edit headline or delete me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E8FB28EF-70F3-2966-091F-E91FD4A4AD4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07BE26F-8F35-77DD-D0FE-8F2AEC2EB2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8134" y="3179646"/>
            <a:ext cx="1728000" cy="1123384"/>
          </a:xfrm>
        </p:spPr>
        <p:txBody>
          <a:bodyPr>
            <a:noAutofit/>
          </a:bodyPr>
          <a:lstStyle>
            <a:lvl1pPr algn="r">
              <a:spcBef>
                <a:spcPts val="300"/>
              </a:spcBef>
              <a:defRPr sz="1600"/>
            </a:lvl1pPr>
            <a:lvl2pPr algn="r">
              <a:spcBef>
                <a:spcPts val="300"/>
              </a:spcBef>
              <a:defRPr sz="1400"/>
            </a:lvl2pPr>
            <a:lvl3pPr algn="r">
              <a:spcBef>
                <a:spcPts val="300"/>
              </a:spcBef>
              <a:defRPr sz="1200"/>
            </a:lvl3pPr>
            <a:lvl4pPr algn="r">
              <a:spcBef>
                <a:spcPts val="300"/>
              </a:spcBef>
              <a:defRPr sz="1100"/>
            </a:lvl4pPr>
            <a:lvl5pPr algn="r">
              <a:spcBef>
                <a:spcPts val="300"/>
              </a:spcBef>
              <a:defRPr sz="1000"/>
            </a:lvl5pPr>
            <a:lvl6pPr>
              <a:spcBef>
                <a:spcPts val="300"/>
              </a:spcBef>
              <a:defRPr sz="800"/>
            </a:lvl6pPr>
            <a:lvl7pPr marL="144000" indent="-144000">
              <a:spcBef>
                <a:spcPts val="300"/>
              </a:spcBef>
              <a:defRPr sz="1600"/>
            </a:lvl7pPr>
            <a:lvl8pPr marL="432000" indent="-144000">
              <a:spcBef>
                <a:spcPts val="300"/>
              </a:spcBef>
              <a:defRPr sz="1200"/>
            </a:lvl8pPr>
            <a:lvl9pPr marL="432000" indent="-144000">
              <a:spcBef>
                <a:spcPts val="300"/>
              </a:spcBef>
              <a:defRPr sz="1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DD1D51CF-1388-C1BE-EE53-BFE2C5560B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10808" y="3024887"/>
            <a:ext cx="1728000" cy="1123384"/>
          </a:xfrm>
        </p:spPr>
        <p:txBody>
          <a:bodyPr>
            <a:spAutoFit/>
          </a:bodyPr>
          <a:lstStyle>
            <a:lvl1pPr algn="r">
              <a:spcBef>
                <a:spcPts val="300"/>
              </a:spcBef>
              <a:defRPr sz="1600"/>
            </a:lvl1pPr>
            <a:lvl2pPr algn="r">
              <a:spcBef>
                <a:spcPts val="300"/>
              </a:spcBef>
              <a:defRPr sz="1400"/>
            </a:lvl2pPr>
            <a:lvl3pPr algn="r">
              <a:spcBef>
                <a:spcPts val="300"/>
              </a:spcBef>
              <a:defRPr sz="1200"/>
            </a:lvl3pPr>
            <a:lvl4pPr algn="r">
              <a:spcBef>
                <a:spcPts val="300"/>
              </a:spcBef>
              <a:defRPr sz="1100"/>
            </a:lvl4pPr>
            <a:lvl5pPr algn="r">
              <a:spcBef>
                <a:spcPts val="300"/>
              </a:spcBef>
              <a:defRPr sz="1000"/>
            </a:lvl5pPr>
            <a:lvl6pPr>
              <a:spcBef>
                <a:spcPts val="300"/>
              </a:spcBef>
              <a:defRPr sz="800"/>
            </a:lvl6pPr>
            <a:lvl7pPr marL="144000" indent="-144000">
              <a:spcBef>
                <a:spcPts val="300"/>
              </a:spcBef>
              <a:defRPr sz="1600"/>
            </a:lvl7pPr>
            <a:lvl8pPr marL="432000" indent="-144000">
              <a:spcBef>
                <a:spcPts val="300"/>
              </a:spcBef>
              <a:defRPr sz="1200"/>
            </a:lvl8pPr>
            <a:lvl9pPr marL="432000" indent="-144000">
              <a:spcBef>
                <a:spcPts val="300"/>
              </a:spcBef>
              <a:defRPr sz="1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6146C47-6B7C-9DEE-7601-231944512C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0990" y="3310225"/>
            <a:ext cx="1728000" cy="1123384"/>
          </a:xfrm>
        </p:spPr>
        <p:txBody>
          <a:bodyPr>
            <a:spAutoFit/>
          </a:bodyPr>
          <a:lstStyle>
            <a:lvl1pPr algn="r">
              <a:spcBef>
                <a:spcPts val="300"/>
              </a:spcBef>
              <a:defRPr sz="1600"/>
            </a:lvl1pPr>
            <a:lvl2pPr algn="r">
              <a:spcBef>
                <a:spcPts val="300"/>
              </a:spcBef>
              <a:defRPr sz="1400"/>
            </a:lvl2pPr>
            <a:lvl3pPr algn="r">
              <a:spcBef>
                <a:spcPts val="300"/>
              </a:spcBef>
              <a:defRPr sz="1200"/>
            </a:lvl3pPr>
            <a:lvl4pPr algn="r">
              <a:spcBef>
                <a:spcPts val="300"/>
              </a:spcBef>
              <a:defRPr sz="1100"/>
            </a:lvl4pPr>
            <a:lvl5pPr algn="r">
              <a:spcBef>
                <a:spcPts val="300"/>
              </a:spcBef>
              <a:defRPr sz="1000"/>
            </a:lvl5pPr>
            <a:lvl6pPr>
              <a:spcBef>
                <a:spcPts val="300"/>
              </a:spcBef>
              <a:defRPr sz="800"/>
            </a:lvl6pPr>
            <a:lvl7pPr marL="144000" indent="-144000">
              <a:spcBef>
                <a:spcPts val="300"/>
              </a:spcBef>
              <a:defRPr sz="1600"/>
            </a:lvl7pPr>
            <a:lvl8pPr marL="432000" indent="-144000">
              <a:spcBef>
                <a:spcPts val="300"/>
              </a:spcBef>
              <a:defRPr sz="1200"/>
            </a:lvl8pPr>
            <a:lvl9pPr marL="432000" indent="-144000">
              <a:spcBef>
                <a:spcPts val="300"/>
              </a:spcBef>
              <a:defRPr sz="1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9E0455BC-2F56-9C50-FBCA-C0D6B08FE5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50990" y="4517325"/>
            <a:ext cx="1728000" cy="1123384"/>
          </a:xfrm>
        </p:spPr>
        <p:txBody>
          <a:bodyPr>
            <a:spAutoFit/>
          </a:bodyPr>
          <a:lstStyle>
            <a:lvl1pPr algn="r">
              <a:spcBef>
                <a:spcPts val="300"/>
              </a:spcBef>
              <a:defRPr sz="1600"/>
            </a:lvl1pPr>
            <a:lvl2pPr algn="r">
              <a:spcBef>
                <a:spcPts val="300"/>
              </a:spcBef>
              <a:defRPr sz="1400"/>
            </a:lvl2pPr>
            <a:lvl3pPr algn="r">
              <a:spcBef>
                <a:spcPts val="300"/>
              </a:spcBef>
              <a:defRPr sz="1200"/>
            </a:lvl3pPr>
            <a:lvl4pPr algn="r">
              <a:spcBef>
                <a:spcPts val="300"/>
              </a:spcBef>
              <a:defRPr sz="1100"/>
            </a:lvl4pPr>
            <a:lvl5pPr algn="r">
              <a:spcBef>
                <a:spcPts val="300"/>
              </a:spcBef>
              <a:defRPr sz="1000"/>
            </a:lvl5pPr>
            <a:lvl6pPr>
              <a:spcBef>
                <a:spcPts val="300"/>
              </a:spcBef>
              <a:defRPr sz="800"/>
            </a:lvl6pPr>
            <a:lvl7pPr marL="144000" indent="-144000">
              <a:spcBef>
                <a:spcPts val="300"/>
              </a:spcBef>
              <a:defRPr sz="1600"/>
            </a:lvl7pPr>
            <a:lvl8pPr marL="432000" indent="-144000">
              <a:spcBef>
                <a:spcPts val="300"/>
              </a:spcBef>
              <a:defRPr sz="1200"/>
            </a:lvl8pPr>
            <a:lvl9pPr marL="432000" indent="-144000">
              <a:spcBef>
                <a:spcPts val="300"/>
              </a:spcBef>
              <a:defRPr sz="1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34122DB-9899-6AC7-D92C-10F83FB583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83999" y="3599410"/>
            <a:ext cx="1728000" cy="1123384"/>
          </a:xfrm>
        </p:spPr>
        <p:txBody>
          <a:bodyPr wrap="square">
            <a:spAutoFit/>
          </a:bodyPr>
          <a:lstStyle>
            <a:lvl1pPr algn="l">
              <a:spcBef>
                <a:spcPts val="300"/>
              </a:spcBef>
              <a:defRPr sz="1600"/>
            </a:lvl1pPr>
            <a:lvl2pPr algn="l">
              <a:spcBef>
                <a:spcPts val="300"/>
              </a:spcBef>
              <a:defRPr sz="1400"/>
            </a:lvl2pPr>
            <a:lvl3pPr algn="l">
              <a:spcBef>
                <a:spcPts val="300"/>
              </a:spcBef>
              <a:defRPr sz="1200"/>
            </a:lvl3pPr>
            <a:lvl4pPr algn="l">
              <a:spcBef>
                <a:spcPts val="300"/>
              </a:spcBef>
              <a:defRPr sz="1100"/>
            </a:lvl4pPr>
            <a:lvl5pPr algn="l">
              <a:spcBef>
                <a:spcPts val="300"/>
              </a:spcBef>
              <a:defRPr sz="1000"/>
            </a:lvl5pPr>
            <a:lvl6pPr>
              <a:spcBef>
                <a:spcPts val="300"/>
              </a:spcBef>
              <a:defRPr sz="800"/>
            </a:lvl6pPr>
            <a:lvl7pPr marL="144000" indent="-144000">
              <a:spcBef>
                <a:spcPts val="300"/>
              </a:spcBef>
              <a:defRPr sz="1600"/>
            </a:lvl7pPr>
            <a:lvl8pPr marL="432000" indent="-144000">
              <a:spcBef>
                <a:spcPts val="300"/>
              </a:spcBef>
              <a:defRPr sz="1200"/>
            </a:lvl8pPr>
            <a:lvl9pPr marL="432000" indent="-144000">
              <a:spcBef>
                <a:spcPts val="300"/>
              </a:spcBef>
              <a:defRPr sz="1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7D5295D-7F81-1205-F234-B82F332E1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079E62F8-D632-418A-B88E-C74A2D9871F0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DC76E0A-1294-90BC-42A7-46AE24D8A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16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D1A1169A-68A1-69F1-7DC2-F3C0820AD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A3DCE6EC-E9F8-466E-868A-14C81F59AFBC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9FE78BF-56BD-CC0A-BE92-119A85F96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505350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471D-A77D-AE66-0C56-71ECC58CF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# edit headline or delete me</a:t>
            </a:r>
            <a:endParaRPr lang="fr-CA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320F387-4619-1E1D-5225-ABFFE44C0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AD5914A5-82FD-49CD-B8AD-E30CC81C37F0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F126E4C-F47A-C5A0-C299-4B0651FEF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045925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938015-6AB4-370D-06DA-F958D9B691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# edit headline or delete me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2063099-38BE-5DC9-9ACB-7C8A640BF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3A7559B-6587-A95A-C902-CD68AC772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54C4901-6844-4EE3-BE21-7FDF89F3F861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2C06211-1486-A872-2790-0A34EFE32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213830"/>
      </p:ext>
    </p:extLst>
  </p:cSld>
  <p:clrMapOvr>
    <a:masterClrMapping/>
  </p:clrMapOvr>
  <p:transition spd="slow" advTm="0">
    <p:push dir="u"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0B4F50-4B7F-F2F8-CC6F-C92A5B9175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DC6AC47F-6E0B-9FA3-4913-0CEE3726DDC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B2D9E9-C004-CD5C-F655-E0D04268F15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11232000" cy="4968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GB" dirty="0"/>
              <a:t>Lato 28 Bold</a:t>
            </a:r>
          </a:p>
          <a:p>
            <a:pPr lvl="1"/>
            <a:r>
              <a:rPr lang="en-GB" dirty="0"/>
              <a:t>Lato 24 Bold</a:t>
            </a:r>
          </a:p>
          <a:p>
            <a:pPr lvl="2"/>
            <a:r>
              <a:rPr lang="en-GB" dirty="0"/>
              <a:t>Lato 20 Bold</a:t>
            </a:r>
          </a:p>
          <a:p>
            <a:pPr lvl="3"/>
            <a:r>
              <a:rPr lang="en-GB" dirty="0"/>
              <a:t>Lato 18</a:t>
            </a:r>
          </a:p>
          <a:p>
            <a:pPr lvl="4"/>
            <a:r>
              <a:rPr lang="en-GB" dirty="0"/>
              <a:t>Lato 16</a:t>
            </a:r>
            <a:endParaRPr lang="en-NZ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9376E660-EBA0-606B-C54A-F38FC2194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F3EAE887-4437-4B3F-B1FF-69704B39487E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FE752B5-F396-ECFE-8058-4FDD87DF2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49480"/>
      </p:ext>
    </p:extLst>
  </p:cSld>
  <p:clrMapOvr>
    <a:masterClrMapping/>
  </p:clrMapOvr>
  <p:transition spd="slow" advTm="0">
    <p:push dir="u"/>
  </p:transition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9D569B-03D9-7485-31A5-1ED84A047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2962BFB4-55C1-B9A2-FE1C-F991AEC9914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2F4293-C6C0-9E34-B320-4CFBBE9BB03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5508000" cy="4968000"/>
          </a:xfrm>
        </p:spPr>
        <p:txBody>
          <a:bodyPr/>
          <a:lstStyle>
            <a:lvl3pPr>
              <a:defRPr/>
            </a:lvl3pPr>
            <a:lvl5pPr>
              <a:defRPr/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972EB8AE-A182-EC30-9BBD-6CF89F748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9B800AD5-2C66-447A-A5C6-FCC377BB13E2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9D21994-71F1-51C7-B39C-A07108ECA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736086"/>
      </p:ext>
    </p:extLst>
  </p:cSld>
  <p:clrMapOvr>
    <a:masterClrMapping/>
  </p:clrMapOvr>
  <p:transition spd="slow" advTm="0">
    <p:push dir="u"/>
  </p:transition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4FEAE4B-25D9-4010-B555-87949989AA3C}"/>
              </a:ext>
            </a:extLst>
          </p:cNvPr>
          <p:cNvSpPr txBox="1"/>
          <p:nvPr userDrawn="1"/>
        </p:nvSpPr>
        <p:spPr>
          <a:xfrm>
            <a:off x="570816" y="4611964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Semiconductor Processing Equipment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7B20D-319A-40A1-BD1B-E211DF724575}"/>
              </a:ext>
            </a:extLst>
          </p:cNvPr>
          <p:cNvSpPr txBox="1"/>
          <p:nvPr userDrawn="1"/>
        </p:nvSpPr>
        <p:spPr>
          <a:xfrm>
            <a:off x="4009389" y="4620493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defTabSz="914400">
              <a:spcBef>
                <a:spcPts val="1200"/>
              </a:spcBef>
              <a:buNone/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Single Wafer Wet Chemical Processing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D3797-3802-CDA9-0B4D-61E8F421F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8D91204-1663-A905-D408-A1116C99818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C77F3B-84A6-5668-DB13-65D2953EBB3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599847" y="1620001"/>
            <a:ext cx="6111577" cy="4968000"/>
          </a:xfrm>
        </p:spPr>
        <p:txBody>
          <a:bodyPr/>
          <a:lstStyle/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A9B30-48B7-D9BD-9A2E-17AD7ADAB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8575C630-798E-4E4D-998A-B6532A78D2EF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596A7-22F3-B8D5-F4E3-B81DF08EA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840533"/>
      </p:ext>
    </p:extLst>
  </p:cSld>
  <p:clrMapOvr>
    <a:masterClrMapping/>
  </p:clrMapOvr>
  <p:transition spd="slow" advTm="0">
    <p:push dir="u"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3F6E41-30F6-6625-A110-0A08ACC8BF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# edit headline or delete me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4080F93-FD40-FFA5-7A46-2246865C5A4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9EE0BE-35A1-CFEF-F7B3-C7792745132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5508000" cy="4968000"/>
          </a:xfrm>
        </p:spPr>
        <p:txBody>
          <a:bodyPr/>
          <a:lstStyle>
            <a:lvl3pPr>
              <a:defRPr/>
            </a:lvl3pPr>
            <a:lvl5pPr>
              <a:defRPr/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E474E63-9A28-46F0-6A5C-B7BF5C44072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423" y="1620001"/>
            <a:ext cx="5508000" cy="4968000"/>
          </a:xfrm>
        </p:spPr>
        <p:txBody>
          <a:bodyPr/>
          <a:lstStyle>
            <a:lvl3pPr>
              <a:defRPr/>
            </a:lvl3pPr>
            <a:lvl5pPr>
              <a:defRPr/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0236F38-E64E-DFB3-9566-A0AE96FA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DE9A9F24-9CBD-467E-BFD7-E33947416C3E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AF22853-FBC9-0C8E-A101-79E1C0CA0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869529"/>
      </p:ext>
    </p:extLst>
  </p:cSld>
  <p:clrMapOvr>
    <a:masterClrMapping/>
  </p:clrMapOvr>
  <p:transition spd="slow" advTm="0">
    <p:push dir="u"/>
  </p:transition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B7A04-0F55-9018-B941-20635FD4A6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# edit headline or delete me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877EA323-9BCB-4079-393F-5A1F4BBCE76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A63106-F406-8EA3-7D87-8B11E13B604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324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4CFC3C5-9986-74AA-DA8B-E05B2B24AAA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475424" y="1620001"/>
            <a:ext cx="324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30920AF-3D60-776A-4154-BDFFC209E00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471423" y="1620001"/>
            <a:ext cx="324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C6EB2A2-89AE-A9DD-02C1-C23BFB153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5EEE942-9B33-4322-9A85-68F26A54D88B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31DEFF4-0155-2E4F-7083-B8BB216E6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714322"/>
      </p:ext>
    </p:extLst>
  </p:cSld>
  <p:clrMapOvr>
    <a:masterClrMapping/>
  </p:clrMapOvr>
  <p:transition spd="slow" advTm="0">
    <p:push dir="u"/>
  </p:transition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53AD77-4C0A-3409-FA0E-2EA5F7052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4DDA111E-5F45-97F3-4A06-731F52192640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0EC91-535D-EE60-B5F1-CE06A36D7B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270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3F0C1F1-947F-ADB4-5E1E-542632663A98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23424" y="1620001"/>
            <a:ext cx="270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7C708C67-86A6-19E3-0574-99877538043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67424" y="1620001"/>
            <a:ext cx="270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821CCBB2-A042-1C8E-4B33-B83FF96F3DF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011424" y="1620001"/>
            <a:ext cx="2700000" cy="4968000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17FCDAD-3F9A-5502-F5EA-89C5F8D29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F2BA2E4B-29C3-4A06-912B-DAED33FA7A31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21D3E20-ECC8-683F-1E46-643767B5E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610468"/>
      </p:ext>
    </p:extLst>
  </p:cSld>
  <p:clrMapOvr>
    <a:masterClrMapping/>
  </p:clrMapOvr>
  <p:transition spd="slow" advTm="0">
    <p:push dir="u"/>
  </p:transition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34" descr="Ein Bild, das Entwurf, Zeichnung, Kleidung, Darstellung enthält.&#10;&#10;Automatisch generierte Beschreibung">
            <a:extLst>
              <a:ext uri="{FF2B5EF4-FFF2-40B4-BE49-F238E27FC236}">
                <a16:creationId xmlns:a16="http://schemas.microsoft.com/office/drawing/2014/main" id="{D705BEB6-6766-1486-017B-2F9DC32A8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4844" y="0"/>
            <a:ext cx="5717156" cy="67818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4FEAE4B-25D9-4010-B555-87949989AA3C}"/>
              </a:ext>
            </a:extLst>
          </p:cNvPr>
          <p:cNvSpPr txBox="1"/>
          <p:nvPr userDrawn="1"/>
        </p:nvSpPr>
        <p:spPr>
          <a:xfrm>
            <a:off x="570816" y="4611964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Semiconductor Processing Equipment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7B20D-319A-40A1-BD1B-E211DF724575}"/>
              </a:ext>
            </a:extLst>
          </p:cNvPr>
          <p:cNvSpPr txBox="1"/>
          <p:nvPr userDrawn="1"/>
        </p:nvSpPr>
        <p:spPr>
          <a:xfrm>
            <a:off x="4009389" y="4620493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defTabSz="914400">
              <a:spcBef>
                <a:spcPts val="1200"/>
              </a:spcBef>
              <a:buNone/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Single Wafer Wet Chemical Processing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5BDE5-9B09-4B36-7EF2-B7B8F0A0B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CC1698B6-1C13-23DD-03E7-F24AD954D67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10169653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30A20C-F988-E0B2-3D80-63259E472CD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6111577" cy="4968000"/>
          </a:xfrm>
        </p:spPr>
        <p:txBody>
          <a:bodyPr/>
          <a:lstStyle/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94096A1D-B9A8-2CBF-DEF8-B92C3D54B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1C97FFDF-9345-4C54-8915-65B9FB7B9E4C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04B036C-EDA4-752C-25F0-57E41DCFE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121036"/>
      </p:ext>
    </p:extLst>
  </p:cSld>
  <p:clrMapOvr>
    <a:masterClrMapping/>
  </p:clrMapOvr>
  <p:transition spd="slow" advTm="0">
    <p:push dir="u"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4FEAE4B-25D9-4010-B555-87949989AA3C}"/>
              </a:ext>
            </a:extLst>
          </p:cNvPr>
          <p:cNvSpPr txBox="1"/>
          <p:nvPr userDrawn="1"/>
        </p:nvSpPr>
        <p:spPr>
          <a:xfrm>
            <a:off x="570816" y="4611964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Semiconductor Processing Equipment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7B20D-319A-40A1-BD1B-E211DF724575}"/>
              </a:ext>
            </a:extLst>
          </p:cNvPr>
          <p:cNvSpPr txBox="1"/>
          <p:nvPr userDrawn="1"/>
        </p:nvSpPr>
        <p:spPr>
          <a:xfrm>
            <a:off x="4009389" y="4620493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defTabSz="914400">
              <a:spcBef>
                <a:spcPts val="1200"/>
              </a:spcBef>
              <a:buNone/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Single Wafer Wet Chemical Processing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B2D28D-C40C-E056-052E-3F4D82151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2347" y="152400"/>
            <a:ext cx="5139441" cy="720000"/>
          </a:xfrm>
        </p:spPr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99CD87D7-8BDB-5EDD-C692-F0A21D42E0E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1" y="949773"/>
            <a:ext cx="5139442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3FC444-FBD4-ADD5-763C-20E0922FA35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6111576" cy="4968000"/>
          </a:xfrm>
        </p:spPr>
        <p:txBody>
          <a:bodyPr/>
          <a:lstStyle/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493D1-468D-5B84-C0FB-9AE06151EF3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81788" y="0"/>
            <a:ext cx="5510212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3929268"/>
      </p:ext>
    </p:extLst>
  </p:cSld>
  <p:clrMapOvr>
    <a:masterClrMapping/>
  </p:clrMapOvr>
  <p:transition spd="slow" advTm="0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0329D0-D268-F73F-9767-A76AC66BD204}"/>
              </a:ext>
            </a:extLst>
          </p:cNvPr>
          <p:cNvSpPr/>
          <p:nvPr userDrawn="1"/>
        </p:nvSpPr>
        <p:spPr>
          <a:xfrm>
            <a:off x="-1" y="0"/>
            <a:ext cx="7200000" cy="6858000"/>
          </a:xfrm>
          <a:prstGeom prst="rect">
            <a:avLst/>
          </a:prstGeom>
          <a:solidFill>
            <a:srgbClr val="193B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C536C8-E719-816C-3951-D71D25495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79194"/>
            <a:ext cx="6764701" cy="1752806"/>
          </a:xfrm>
        </p:spPr>
        <p:txBody>
          <a:bodyPr anchor="ctr"/>
          <a:lstStyle>
            <a:lvl1pPr marL="0" indent="0"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3200" b="1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# edit headline or delete me</a:t>
            </a:r>
          </a:p>
          <a:p>
            <a:pPr lvl="1"/>
            <a:r>
              <a:rPr lang="en-GB"/>
              <a:t># edit headline or delete me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424C30D-D7B6-F9EC-2F33-B634C98DB20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60000" y="2032000"/>
            <a:ext cx="6764700" cy="455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CB52BE4-3F48-8C8F-72BE-FA0F03545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1CC3F41B-7C4C-48D0-B4BB-3310C6803646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E677840-645A-B370-4573-0DFEF9287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641918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ED1F29-16C7-E5A5-A6E7-F88E8FDFF63F}"/>
              </a:ext>
            </a:extLst>
          </p:cNvPr>
          <p:cNvSpPr/>
          <p:nvPr userDrawn="1"/>
        </p:nvSpPr>
        <p:spPr>
          <a:xfrm>
            <a:off x="172016" y="1"/>
            <a:ext cx="12019984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7AB1987-F157-A430-A6E0-93927CD520E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38016" y="1224001"/>
            <a:ext cx="11887984" cy="5489538"/>
          </a:xfrm>
          <a:prstGeom prst="rect">
            <a:avLst/>
          </a:prstGeom>
        </p:spPr>
        <p:txBody>
          <a:bodyPr numCol="1" spcCol="540000"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lang="en-US" sz="1800" b="1" kern="12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buNone/>
              <a:defRPr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buNone/>
              <a:defRPr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[Video Place Holder, insert or link video here!]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B23B34C-0FAC-B9DE-489C-36E561025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016" y="0"/>
            <a:ext cx="11887984" cy="1143000"/>
          </a:xfrm>
        </p:spPr>
        <p:txBody>
          <a:bodyPr anchor="ctr"/>
          <a:lstStyle>
            <a:lvl1pPr marL="0" indent="0"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3200" b="1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# edit headline or delete me</a:t>
            </a:r>
          </a:p>
          <a:p>
            <a:pPr lvl="1"/>
            <a:r>
              <a:rPr lang="en-GB"/>
              <a:t># edit headline or delete me</a:t>
            </a:r>
          </a:p>
        </p:txBody>
      </p:sp>
    </p:spTree>
    <p:extLst>
      <p:ext uri="{BB962C8B-B14F-4D97-AF65-F5344CB8AC3E}">
        <p14:creationId xmlns:p14="http://schemas.microsoft.com/office/powerpoint/2010/main" val="36818814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rgbClr val="9EADBC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C0DB90B-B37B-3870-4C68-A21C1F5DA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B06C6391-61BE-400E-96CA-F40D915C21A1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3F8F4EC-AC4B-7C54-D46F-4CD746229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875347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69FDE876-9A22-D534-7F01-45625248D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CE8997AE-603D-4464-9A51-1D806C5863DA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B568D39-4081-1C0B-0465-377A75E4A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02412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A1AFDD9-8AD5-302B-DAB4-8DA9251DB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B181191C-6165-4AFF-9014-8478768F3B17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15A96F9-5F12-027E-9148-6BB36E5BD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131815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888C04D-0656-BE0C-B9E4-62651A9D7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8CF1B11E-367F-482E-8572-655D5DFAB15A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9F59FAD-4EDE-1462-5DE0-706EB7DF3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80611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502A59A-A1B2-7BD6-9B35-7A5742A00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C6D7D4FA-C561-44D4-A6B9-3051A3FBA620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8B92701-CE46-8E72-E90F-514B0131C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050151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EE0A4C0-3563-29E4-C9A1-4DDE92686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0D0B9482-AFDD-4D64-93CB-89AAF634E404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315C881-F0DF-47EF-C56F-D207D1885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538855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151C802-8013-D77B-2A2F-DBF4D62A0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1CB781FC-DF56-422E-920C-E52165485E44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13B2C0B-41E7-26A0-7FD2-ABE2EBD28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1367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49" descr="Ein Bild, das Entwurf, Zeichnung, Kleidung, Person enthält.&#10;&#10;KI-generierte Inhalte können fehlerhaft sein.">
            <a:extLst>
              <a:ext uri="{FF2B5EF4-FFF2-40B4-BE49-F238E27FC236}">
                <a16:creationId xmlns:a16="http://schemas.microsoft.com/office/drawing/2014/main" id="{1D11C944-CDA0-6E7E-71E6-7D07AEFB3ED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"/>
            <a:ext cx="524256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D8BC0-C053-3D60-693E-97FA9AFD1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with Agenda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085A853-FC44-3B09-0E30-8517B097AA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15621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DCF4478-FCB9-8942-4E79-90B209B2BE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2061633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CE82948-6AF1-1288-AAB3-5762C27A5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99" y="2561166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8FE4D98B-9769-1D4D-C54B-A9AD4A8F07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499" y="3060699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5659549-D727-9E5C-1B15-0319417E3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499" y="3560232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3A45B5FA-07B1-324D-0532-75320600C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499" y="4059765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D25CA74-24E7-290A-9B52-9B39AA37B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4559300"/>
            <a:ext cx="685800" cy="4699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10AD38-3DF2-A5F1-C8B9-9B710D4166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22400" y="15621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7DDABD2-4D2E-2DCE-5B3B-8843BA9791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2400" y="2061633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A052FA7-3638-369D-7D2D-2E6AD6D10A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2400" y="2561166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7DD3259-0B2A-00AA-9295-6F21977E81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22400" y="3060699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6D85C1F9-7E38-EDCB-A789-3033B725E3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2400" y="3560232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44FA05C2-0A4B-AA0E-3B8B-88AB4B30A6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22400" y="4059765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accent5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3D4AC333-BC8E-2EDC-0AE9-4BCD777E9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22400" y="4559300"/>
            <a:ext cx="7200900" cy="469900"/>
          </a:xfrm>
          <a:solidFill>
            <a:schemeClr val="accent2"/>
          </a:solidFill>
        </p:spPr>
        <p:txBody>
          <a:bodyPr lIns="180000" rIns="90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2A4D24E-4849-F275-8C94-11055899B2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0" y="15621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A59B7EBB-1361-6C62-2D10-6D0E5C036D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37500" y="2061633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48AEACBA-AFE0-AA2D-D084-08DDDE38CF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37500" y="2561166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11158D8D-05AB-22E1-525C-97B6CCA5DA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500" y="3060699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96DA9759-A43F-174B-8F5A-8EA03B315E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37500" y="3560232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07D3C7BF-A44C-B948-A210-76E250D3D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37500" y="4059765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F15A66D3-4E1C-ABE6-A7A0-337A694EE1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37500" y="4559300"/>
            <a:ext cx="685800" cy="4699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X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646EE695-CB6E-0F99-8C0F-A3C39DFE5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C52939C2-F860-4CAE-8733-470626E4C23E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167D5F-A888-C9A9-2988-F9C59A6E4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561102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4">
            <a:extLst>
              <a:ext uri="{FF2B5EF4-FFF2-40B4-BE49-F238E27FC236}">
                <a16:creationId xmlns:a16="http://schemas.microsoft.com/office/drawing/2014/main" id="{8AC340C6-7B8C-9601-F6CB-4438AD6734B8}"/>
              </a:ext>
            </a:extLst>
          </p:cNvPr>
          <p:cNvSpPr/>
          <p:nvPr userDrawn="1"/>
        </p:nvSpPr>
        <p:spPr>
          <a:xfrm rot="1619441">
            <a:off x="7141160" y="-120523"/>
            <a:ext cx="4807222" cy="8564735"/>
          </a:xfrm>
          <a:custGeom>
            <a:avLst/>
            <a:gdLst>
              <a:gd name="connsiteX0" fmla="*/ 0 w 12221446"/>
              <a:gd name="connsiteY0" fmla="*/ 0 h 12635274"/>
              <a:gd name="connsiteX1" fmla="*/ 12221446 w 12221446"/>
              <a:gd name="connsiteY1" fmla="*/ 0 h 12635274"/>
              <a:gd name="connsiteX2" fmla="*/ 12221446 w 12221446"/>
              <a:gd name="connsiteY2" fmla="*/ 12635274 h 12635274"/>
              <a:gd name="connsiteX3" fmla="*/ 0 w 12221446"/>
              <a:gd name="connsiteY3" fmla="*/ 12635274 h 12635274"/>
              <a:gd name="connsiteX4" fmla="*/ 0 w 12221446"/>
              <a:gd name="connsiteY4" fmla="*/ 0 h 12635274"/>
              <a:gd name="connsiteX0" fmla="*/ 0 w 12221446"/>
              <a:gd name="connsiteY0" fmla="*/ 0 h 12635274"/>
              <a:gd name="connsiteX1" fmla="*/ 12221446 w 12221446"/>
              <a:gd name="connsiteY1" fmla="*/ 0 h 12635274"/>
              <a:gd name="connsiteX2" fmla="*/ 8874964 w 12221446"/>
              <a:gd name="connsiteY2" fmla="*/ 7334980 h 12635274"/>
              <a:gd name="connsiteX3" fmla="*/ 0 w 12221446"/>
              <a:gd name="connsiteY3" fmla="*/ 12635274 h 12635274"/>
              <a:gd name="connsiteX4" fmla="*/ 0 w 12221446"/>
              <a:gd name="connsiteY4" fmla="*/ 0 h 12635274"/>
              <a:gd name="connsiteX0" fmla="*/ 9577 w 12231023"/>
              <a:gd name="connsiteY0" fmla="*/ 0 h 11346284"/>
              <a:gd name="connsiteX1" fmla="*/ 12231023 w 12231023"/>
              <a:gd name="connsiteY1" fmla="*/ 0 h 11346284"/>
              <a:gd name="connsiteX2" fmla="*/ 8884541 w 12231023"/>
              <a:gd name="connsiteY2" fmla="*/ 7334980 h 11346284"/>
              <a:gd name="connsiteX3" fmla="*/ 0 w 12231023"/>
              <a:gd name="connsiteY3" fmla="*/ 11346284 h 11346284"/>
              <a:gd name="connsiteX4" fmla="*/ 9577 w 12231023"/>
              <a:gd name="connsiteY4" fmla="*/ 0 h 11346284"/>
              <a:gd name="connsiteX0" fmla="*/ 9577 w 12231023"/>
              <a:gd name="connsiteY0" fmla="*/ 0 h 11346284"/>
              <a:gd name="connsiteX1" fmla="*/ 12231023 w 12231023"/>
              <a:gd name="connsiteY1" fmla="*/ 0 h 11346284"/>
              <a:gd name="connsiteX2" fmla="*/ 8596509 w 12231023"/>
              <a:gd name="connsiteY2" fmla="*/ 6857055 h 11346284"/>
              <a:gd name="connsiteX3" fmla="*/ 0 w 12231023"/>
              <a:gd name="connsiteY3" fmla="*/ 11346284 h 11346284"/>
              <a:gd name="connsiteX4" fmla="*/ 9577 w 12231023"/>
              <a:gd name="connsiteY4" fmla="*/ 0 h 11346284"/>
              <a:gd name="connsiteX0" fmla="*/ 9577 w 8596509"/>
              <a:gd name="connsiteY0" fmla="*/ 588804 h 11935088"/>
              <a:gd name="connsiteX1" fmla="*/ 5327951 w 8596509"/>
              <a:gd name="connsiteY1" fmla="*/ 0 h 11935088"/>
              <a:gd name="connsiteX2" fmla="*/ 8596509 w 8596509"/>
              <a:gd name="connsiteY2" fmla="*/ 7445859 h 11935088"/>
              <a:gd name="connsiteX3" fmla="*/ 0 w 8596509"/>
              <a:gd name="connsiteY3" fmla="*/ 11935088 h 11935088"/>
              <a:gd name="connsiteX4" fmla="*/ 9577 w 8596509"/>
              <a:gd name="connsiteY4" fmla="*/ 588804 h 11935088"/>
              <a:gd name="connsiteX0" fmla="*/ 9588 w 8596509"/>
              <a:gd name="connsiteY0" fmla="*/ 4180393 h 11935088"/>
              <a:gd name="connsiteX1" fmla="*/ 5327951 w 8596509"/>
              <a:gd name="connsiteY1" fmla="*/ 0 h 11935088"/>
              <a:gd name="connsiteX2" fmla="*/ 8596509 w 8596509"/>
              <a:gd name="connsiteY2" fmla="*/ 7445859 h 11935088"/>
              <a:gd name="connsiteX3" fmla="*/ 0 w 8596509"/>
              <a:gd name="connsiteY3" fmla="*/ 11935088 h 11935088"/>
              <a:gd name="connsiteX4" fmla="*/ 9588 w 8596509"/>
              <a:gd name="connsiteY4" fmla="*/ 4180393 h 11935088"/>
              <a:gd name="connsiteX0" fmla="*/ 9588 w 8596509"/>
              <a:gd name="connsiteY0" fmla="*/ 2099372 h 9854067"/>
              <a:gd name="connsiteX1" fmla="*/ 5227840 w 8596509"/>
              <a:gd name="connsiteY1" fmla="*/ 0 h 9854067"/>
              <a:gd name="connsiteX2" fmla="*/ 8596509 w 8596509"/>
              <a:gd name="connsiteY2" fmla="*/ 5364838 h 9854067"/>
              <a:gd name="connsiteX3" fmla="*/ 0 w 8596509"/>
              <a:gd name="connsiteY3" fmla="*/ 9854067 h 9854067"/>
              <a:gd name="connsiteX4" fmla="*/ 9588 w 8596509"/>
              <a:gd name="connsiteY4" fmla="*/ 2099372 h 9854067"/>
              <a:gd name="connsiteX0" fmla="*/ 9588 w 8596509"/>
              <a:gd name="connsiteY0" fmla="*/ 694964 h 8449659"/>
              <a:gd name="connsiteX1" fmla="*/ 2864624 w 8596509"/>
              <a:gd name="connsiteY1" fmla="*/ 0 h 8449659"/>
              <a:gd name="connsiteX2" fmla="*/ 8596509 w 8596509"/>
              <a:gd name="connsiteY2" fmla="*/ 3960430 h 8449659"/>
              <a:gd name="connsiteX3" fmla="*/ 0 w 8596509"/>
              <a:gd name="connsiteY3" fmla="*/ 8449659 h 8449659"/>
              <a:gd name="connsiteX4" fmla="*/ 9588 w 8596509"/>
              <a:gd name="connsiteY4" fmla="*/ 694964 h 8449659"/>
              <a:gd name="connsiteX0" fmla="*/ 9588 w 8596509"/>
              <a:gd name="connsiteY0" fmla="*/ 720484 h 8475179"/>
              <a:gd name="connsiteX1" fmla="*/ 1513143 w 8596509"/>
              <a:gd name="connsiteY1" fmla="*/ 0 h 8475179"/>
              <a:gd name="connsiteX2" fmla="*/ 8596509 w 8596509"/>
              <a:gd name="connsiteY2" fmla="*/ 3985950 h 8475179"/>
              <a:gd name="connsiteX3" fmla="*/ 0 w 8596509"/>
              <a:gd name="connsiteY3" fmla="*/ 8475179 h 8475179"/>
              <a:gd name="connsiteX4" fmla="*/ 9588 w 8596509"/>
              <a:gd name="connsiteY4" fmla="*/ 720484 h 8475179"/>
              <a:gd name="connsiteX0" fmla="*/ 9588 w 4514129"/>
              <a:gd name="connsiteY0" fmla="*/ 720484 h 8475179"/>
              <a:gd name="connsiteX1" fmla="*/ 1513143 w 4514129"/>
              <a:gd name="connsiteY1" fmla="*/ 0 h 8475179"/>
              <a:gd name="connsiteX2" fmla="*/ 4514129 w 4514129"/>
              <a:gd name="connsiteY2" fmla="*/ 6132115 h 8475179"/>
              <a:gd name="connsiteX3" fmla="*/ 0 w 4514129"/>
              <a:gd name="connsiteY3" fmla="*/ 8475179 h 8475179"/>
              <a:gd name="connsiteX4" fmla="*/ 9588 w 4514129"/>
              <a:gd name="connsiteY4" fmla="*/ 720484 h 8475179"/>
              <a:gd name="connsiteX0" fmla="*/ 9588 w 4692251"/>
              <a:gd name="connsiteY0" fmla="*/ 720484 h 8475179"/>
              <a:gd name="connsiteX1" fmla="*/ 1513143 w 4692251"/>
              <a:gd name="connsiteY1" fmla="*/ 0 h 8475179"/>
              <a:gd name="connsiteX2" fmla="*/ 4692251 w 4692251"/>
              <a:gd name="connsiteY2" fmla="*/ 6175242 h 8475179"/>
              <a:gd name="connsiteX3" fmla="*/ 0 w 4692251"/>
              <a:gd name="connsiteY3" fmla="*/ 8475179 h 8475179"/>
              <a:gd name="connsiteX4" fmla="*/ 9588 w 4692251"/>
              <a:gd name="connsiteY4" fmla="*/ 720484 h 8475179"/>
              <a:gd name="connsiteX0" fmla="*/ 9588 w 4718986"/>
              <a:gd name="connsiteY0" fmla="*/ 720484 h 8475179"/>
              <a:gd name="connsiteX1" fmla="*/ 1513143 w 4718986"/>
              <a:gd name="connsiteY1" fmla="*/ 0 h 8475179"/>
              <a:gd name="connsiteX2" fmla="*/ 4718986 w 4718986"/>
              <a:gd name="connsiteY2" fmla="*/ 6183933 h 8475179"/>
              <a:gd name="connsiteX3" fmla="*/ 0 w 4718986"/>
              <a:gd name="connsiteY3" fmla="*/ 8475179 h 8475179"/>
              <a:gd name="connsiteX4" fmla="*/ 9588 w 4718986"/>
              <a:gd name="connsiteY4" fmla="*/ 720484 h 8475179"/>
              <a:gd name="connsiteX0" fmla="*/ 97824 w 4807222"/>
              <a:gd name="connsiteY0" fmla="*/ 720484 h 8564735"/>
              <a:gd name="connsiteX1" fmla="*/ 1601379 w 4807222"/>
              <a:gd name="connsiteY1" fmla="*/ 0 h 8564735"/>
              <a:gd name="connsiteX2" fmla="*/ 4807222 w 4807222"/>
              <a:gd name="connsiteY2" fmla="*/ 6183933 h 8564735"/>
              <a:gd name="connsiteX3" fmla="*/ 0 w 4807222"/>
              <a:gd name="connsiteY3" fmla="*/ 8564735 h 8564735"/>
              <a:gd name="connsiteX4" fmla="*/ 97824 w 4807222"/>
              <a:gd name="connsiteY4" fmla="*/ 720484 h 856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7222" h="8564735">
                <a:moveTo>
                  <a:pt x="97824" y="720484"/>
                </a:moveTo>
                <a:lnTo>
                  <a:pt x="1601379" y="0"/>
                </a:lnTo>
                <a:lnTo>
                  <a:pt x="4807222" y="6183933"/>
                </a:lnTo>
                <a:lnTo>
                  <a:pt x="0" y="8564735"/>
                </a:lnTo>
                <a:cubicBezTo>
                  <a:pt x="3192" y="4782640"/>
                  <a:pt x="94632" y="4502579"/>
                  <a:pt x="97824" y="7204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4">
            <a:extLst>
              <a:ext uri="{FF2B5EF4-FFF2-40B4-BE49-F238E27FC236}">
                <a16:creationId xmlns:a16="http://schemas.microsoft.com/office/drawing/2014/main" id="{72EF1606-F7FE-7650-C4D7-AB41671BEA5B}"/>
              </a:ext>
            </a:extLst>
          </p:cNvPr>
          <p:cNvSpPr/>
          <p:nvPr userDrawn="1"/>
        </p:nvSpPr>
        <p:spPr>
          <a:xfrm rot="1619441">
            <a:off x="7928824" y="-105345"/>
            <a:ext cx="4807222" cy="8564735"/>
          </a:xfrm>
          <a:custGeom>
            <a:avLst/>
            <a:gdLst>
              <a:gd name="connsiteX0" fmla="*/ 0 w 12221446"/>
              <a:gd name="connsiteY0" fmla="*/ 0 h 12635274"/>
              <a:gd name="connsiteX1" fmla="*/ 12221446 w 12221446"/>
              <a:gd name="connsiteY1" fmla="*/ 0 h 12635274"/>
              <a:gd name="connsiteX2" fmla="*/ 12221446 w 12221446"/>
              <a:gd name="connsiteY2" fmla="*/ 12635274 h 12635274"/>
              <a:gd name="connsiteX3" fmla="*/ 0 w 12221446"/>
              <a:gd name="connsiteY3" fmla="*/ 12635274 h 12635274"/>
              <a:gd name="connsiteX4" fmla="*/ 0 w 12221446"/>
              <a:gd name="connsiteY4" fmla="*/ 0 h 12635274"/>
              <a:gd name="connsiteX0" fmla="*/ 0 w 12221446"/>
              <a:gd name="connsiteY0" fmla="*/ 0 h 12635274"/>
              <a:gd name="connsiteX1" fmla="*/ 12221446 w 12221446"/>
              <a:gd name="connsiteY1" fmla="*/ 0 h 12635274"/>
              <a:gd name="connsiteX2" fmla="*/ 8874964 w 12221446"/>
              <a:gd name="connsiteY2" fmla="*/ 7334980 h 12635274"/>
              <a:gd name="connsiteX3" fmla="*/ 0 w 12221446"/>
              <a:gd name="connsiteY3" fmla="*/ 12635274 h 12635274"/>
              <a:gd name="connsiteX4" fmla="*/ 0 w 12221446"/>
              <a:gd name="connsiteY4" fmla="*/ 0 h 12635274"/>
              <a:gd name="connsiteX0" fmla="*/ 9577 w 12231023"/>
              <a:gd name="connsiteY0" fmla="*/ 0 h 11346284"/>
              <a:gd name="connsiteX1" fmla="*/ 12231023 w 12231023"/>
              <a:gd name="connsiteY1" fmla="*/ 0 h 11346284"/>
              <a:gd name="connsiteX2" fmla="*/ 8884541 w 12231023"/>
              <a:gd name="connsiteY2" fmla="*/ 7334980 h 11346284"/>
              <a:gd name="connsiteX3" fmla="*/ 0 w 12231023"/>
              <a:gd name="connsiteY3" fmla="*/ 11346284 h 11346284"/>
              <a:gd name="connsiteX4" fmla="*/ 9577 w 12231023"/>
              <a:gd name="connsiteY4" fmla="*/ 0 h 11346284"/>
              <a:gd name="connsiteX0" fmla="*/ 9577 w 12231023"/>
              <a:gd name="connsiteY0" fmla="*/ 0 h 11346284"/>
              <a:gd name="connsiteX1" fmla="*/ 12231023 w 12231023"/>
              <a:gd name="connsiteY1" fmla="*/ 0 h 11346284"/>
              <a:gd name="connsiteX2" fmla="*/ 8596509 w 12231023"/>
              <a:gd name="connsiteY2" fmla="*/ 6857055 h 11346284"/>
              <a:gd name="connsiteX3" fmla="*/ 0 w 12231023"/>
              <a:gd name="connsiteY3" fmla="*/ 11346284 h 11346284"/>
              <a:gd name="connsiteX4" fmla="*/ 9577 w 12231023"/>
              <a:gd name="connsiteY4" fmla="*/ 0 h 11346284"/>
              <a:gd name="connsiteX0" fmla="*/ 9577 w 8596509"/>
              <a:gd name="connsiteY0" fmla="*/ 588804 h 11935088"/>
              <a:gd name="connsiteX1" fmla="*/ 5327951 w 8596509"/>
              <a:gd name="connsiteY1" fmla="*/ 0 h 11935088"/>
              <a:gd name="connsiteX2" fmla="*/ 8596509 w 8596509"/>
              <a:gd name="connsiteY2" fmla="*/ 7445859 h 11935088"/>
              <a:gd name="connsiteX3" fmla="*/ 0 w 8596509"/>
              <a:gd name="connsiteY3" fmla="*/ 11935088 h 11935088"/>
              <a:gd name="connsiteX4" fmla="*/ 9577 w 8596509"/>
              <a:gd name="connsiteY4" fmla="*/ 588804 h 11935088"/>
              <a:gd name="connsiteX0" fmla="*/ 9588 w 8596509"/>
              <a:gd name="connsiteY0" fmla="*/ 4180393 h 11935088"/>
              <a:gd name="connsiteX1" fmla="*/ 5327951 w 8596509"/>
              <a:gd name="connsiteY1" fmla="*/ 0 h 11935088"/>
              <a:gd name="connsiteX2" fmla="*/ 8596509 w 8596509"/>
              <a:gd name="connsiteY2" fmla="*/ 7445859 h 11935088"/>
              <a:gd name="connsiteX3" fmla="*/ 0 w 8596509"/>
              <a:gd name="connsiteY3" fmla="*/ 11935088 h 11935088"/>
              <a:gd name="connsiteX4" fmla="*/ 9588 w 8596509"/>
              <a:gd name="connsiteY4" fmla="*/ 4180393 h 11935088"/>
              <a:gd name="connsiteX0" fmla="*/ 9588 w 8596509"/>
              <a:gd name="connsiteY0" fmla="*/ 2099372 h 9854067"/>
              <a:gd name="connsiteX1" fmla="*/ 5227840 w 8596509"/>
              <a:gd name="connsiteY1" fmla="*/ 0 h 9854067"/>
              <a:gd name="connsiteX2" fmla="*/ 8596509 w 8596509"/>
              <a:gd name="connsiteY2" fmla="*/ 5364838 h 9854067"/>
              <a:gd name="connsiteX3" fmla="*/ 0 w 8596509"/>
              <a:gd name="connsiteY3" fmla="*/ 9854067 h 9854067"/>
              <a:gd name="connsiteX4" fmla="*/ 9588 w 8596509"/>
              <a:gd name="connsiteY4" fmla="*/ 2099372 h 9854067"/>
              <a:gd name="connsiteX0" fmla="*/ 9588 w 8596509"/>
              <a:gd name="connsiteY0" fmla="*/ 694964 h 8449659"/>
              <a:gd name="connsiteX1" fmla="*/ 2864624 w 8596509"/>
              <a:gd name="connsiteY1" fmla="*/ 0 h 8449659"/>
              <a:gd name="connsiteX2" fmla="*/ 8596509 w 8596509"/>
              <a:gd name="connsiteY2" fmla="*/ 3960430 h 8449659"/>
              <a:gd name="connsiteX3" fmla="*/ 0 w 8596509"/>
              <a:gd name="connsiteY3" fmla="*/ 8449659 h 8449659"/>
              <a:gd name="connsiteX4" fmla="*/ 9588 w 8596509"/>
              <a:gd name="connsiteY4" fmla="*/ 694964 h 8449659"/>
              <a:gd name="connsiteX0" fmla="*/ 9588 w 8596509"/>
              <a:gd name="connsiteY0" fmla="*/ 720484 h 8475179"/>
              <a:gd name="connsiteX1" fmla="*/ 1513143 w 8596509"/>
              <a:gd name="connsiteY1" fmla="*/ 0 h 8475179"/>
              <a:gd name="connsiteX2" fmla="*/ 8596509 w 8596509"/>
              <a:gd name="connsiteY2" fmla="*/ 3985950 h 8475179"/>
              <a:gd name="connsiteX3" fmla="*/ 0 w 8596509"/>
              <a:gd name="connsiteY3" fmla="*/ 8475179 h 8475179"/>
              <a:gd name="connsiteX4" fmla="*/ 9588 w 8596509"/>
              <a:gd name="connsiteY4" fmla="*/ 720484 h 8475179"/>
              <a:gd name="connsiteX0" fmla="*/ 9588 w 4514129"/>
              <a:gd name="connsiteY0" fmla="*/ 720484 h 8475179"/>
              <a:gd name="connsiteX1" fmla="*/ 1513143 w 4514129"/>
              <a:gd name="connsiteY1" fmla="*/ 0 h 8475179"/>
              <a:gd name="connsiteX2" fmla="*/ 4514129 w 4514129"/>
              <a:gd name="connsiteY2" fmla="*/ 6132115 h 8475179"/>
              <a:gd name="connsiteX3" fmla="*/ 0 w 4514129"/>
              <a:gd name="connsiteY3" fmla="*/ 8475179 h 8475179"/>
              <a:gd name="connsiteX4" fmla="*/ 9588 w 4514129"/>
              <a:gd name="connsiteY4" fmla="*/ 720484 h 8475179"/>
              <a:gd name="connsiteX0" fmla="*/ 9588 w 4692251"/>
              <a:gd name="connsiteY0" fmla="*/ 720484 h 8475179"/>
              <a:gd name="connsiteX1" fmla="*/ 1513143 w 4692251"/>
              <a:gd name="connsiteY1" fmla="*/ 0 h 8475179"/>
              <a:gd name="connsiteX2" fmla="*/ 4692251 w 4692251"/>
              <a:gd name="connsiteY2" fmla="*/ 6175242 h 8475179"/>
              <a:gd name="connsiteX3" fmla="*/ 0 w 4692251"/>
              <a:gd name="connsiteY3" fmla="*/ 8475179 h 8475179"/>
              <a:gd name="connsiteX4" fmla="*/ 9588 w 4692251"/>
              <a:gd name="connsiteY4" fmla="*/ 720484 h 8475179"/>
              <a:gd name="connsiteX0" fmla="*/ 9588 w 4718986"/>
              <a:gd name="connsiteY0" fmla="*/ 720484 h 8475179"/>
              <a:gd name="connsiteX1" fmla="*/ 1513143 w 4718986"/>
              <a:gd name="connsiteY1" fmla="*/ 0 h 8475179"/>
              <a:gd name="connsiteX2" fmla="*/ 4718986 w 4718986"/>
              <a:gd name="connsiteY2" fmla="*/ 6183933 h 8475179"/>
              <a:gd name="connsiteX3" fmla="*/ 0 w 4718986"/>
              <a:gd name="connsiteY3" fmla="*/ 8475179 h 8475179"/>
              <a:gd name="connsiteX4" fmla="*/ 9588 w 4718986"/>
              <a:gd name="connsiteY4" fmla="*/ 720484 h 8475179"/>
              <a:gd name="connsiteX0" fmla="*/ 97824 w 4807222"/>
              <a:gd name="connsiteY0" fmla="*/ 720484 h 8564735"/>
              <a:gd name="connsiteX1" fmla="*/ 1601379 w 4807222"/>
              <a:gd name="connsiteY1" fmla="*/ 0 h 8564735"/>
              <a:gd name="connsiteX2" fmla="*/ 4807222 w 4807222"/>
              <a:gd name="connsiteY2" fmla="*/ 6183933 h 8564735"/>
              <a:gd name="connsiteX3" fmla="*/ 0 w 4807222"/>
              <a:gd name="connsiteY3" fmla="*/ 8564735 h 8564735"/>
              <a:gd name="connsiteX4" fmla="*/ 97824 w 4807222"/>
              <a:gd name="connsiteY4" fmla="*/ 720484 h 856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7222" h="8564735">
                <a:moveTo>
                  <a:pt x="97824" y="720484"/>
                </a:moveTo>
                <a:lnTo>
                  <a:pt x="1601379" y="0"/>
                </a:lnTo>
                <a:lnTo>
                  <a:pt x="4807222" y="6183933"/>
                </a:lnTo>
                <a:lnTo>
                  <a:pt x="0" y="8564735"/>
                </a:lnTo>
                <a:cubicBezTo>
                  <a:pt x="3192" y="4782640"/>
                  <a:pt x="94632" y="4502579"/>
                  <a:pt x="97824" y="720484"/>
                </a:cubicBezTo>
                <a:close/>
              </a:path>
            </a:pathLst>
          </a:custGeom>
          <a:solidFill>
            <a:srgbClr val="2BB3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4E345F3-69F4-14E9-0C87-26CF8A40B21A}"/>
              </a:ext>
            </a:extLst>
          </p:cNvPr>
          <p:cNvSpPr/>
          <p:nvPr userDrawn="1"/>
        </p:nvSpPr>
        <p:spPr>
          <a:xfrm rot="1619441">
            <a:off x="8716486" y="-90170"/>
            <a:ext cx="4807222" cy="8564735"/>
          </a:xfrm>
          <a:custGeom>
            <a:avLst/>
            <a:gdLst>
              <a:gd name="connsiteX0" fmla="*/ 0 w 12221446"/>
              <a:gd name="connsiteY0" fmla="*/ 0 h 12635274"/>
              <a:gd name="connsiteX1" fmla="*/ 12221446 w 12221446"/>
              <a:gd name="connsiteY1" fmla="*/ 0 h 12635274"/>
              <a:gd name="connsiteX2" fmla="*/ 12221446 w 12221446"/>
              <a:gd name="connsiteY2" fmla="*/ 12635274 h 12635274"/>
              <a:gd name="connsiteX3" fmla="*/ 0 w 12221446"/>
              <a:gd name="connsiteY3" fmla="*/ 12635274 h 12635274"/>
              <a:gd name="connsiteX4" fmla="*/ 0 w 12221446"/>
              <a:gd name="connsiteY4" fmla="*/ 0 h 12635274"/>
              <a:gd name="connsiteX0" fmla="*/ 0 w 12221446"/>
              <a:gd name="connsiteY0" fmla="*/ 0 h 12635274"/>
              <a:gd name="connsiteX1" fmla="*/ 12221446 w 12221446"/>
              <a:gd name="connsiteY1" fmla="*/ 0 h 12635274"/>
              <a:gd name="connsiteX2" fmla="*/ 8874964 w 12221446"/>
              <a:gd name="connsiteY2" fmla="*/ 7334980 h 12635274"/>
              <a:gd name="connsiteX3" fmla="*/ 0 w 12221446"/>
              <a:gd name="connsiteY3" fmla="*/ 12635274 h 12635274"/>
              <a:gd name="connsiteX4" fmla="*/ 0 w 12221446"/>
              <a:gd name="connsiteY4" fmla="*/ 0 h 12635274"/>
              <a:gd name="connsiteX0" fmla="*/ 9577 w 12231023"/>
              <a:gd name="connsiteY0" fmla="*/ 0 h 11346284"/>
              <a:gd name="connsiteX1" fmla="*/ 12231023 w 12231023"/>
              <a:gd name="connsiteY1" fmla="*/ 0 h 11346284"/>
              <a:gd name="connsiteX2" fmla="*/ 8884541 w 12231023"/>
              <a:gd name="connsiteY2" fmla="*/ 7334980 h 11346284"/>
              <a:gd name="connsiteX3" fmla="*/ 0 w 12231023"/>
              <a:gd name="connsiteY3" fmla="*/ 11346284 h 11346284"/>
              <a:gd name="connsiteX4" fmla="*/ 9577 w 12231023"/>
              <a:gd name="connsiteY4" fmla="*/ 0 h 11346284"/>
              <a:gd name="connsiteX0" fmla="*/ 9577 w 12231023"/>
              <a:gd name="connsiteY0" fmla="*/ 0 h 11346284"/>
              <a:gd name="connsiteX1" fmla="*/ 12231023 w 12231023"/>
              <a:gd name="connsiteY1" fmla="*/ 0 h 11346284"/>
              <a:gd name="connsiteX2" fmla="*/ 8596509 w 12231023"/>
              <a:gd name="connsiteY2" fmla="*/ 6857055 h 11346284"/>
              <a:gd name="connsiteX3" fmla="*/ 0 w 12231023"/>
              <a:gd name="connsiteY3" fmla="*/ 11346284 h 11346284"/>
              <a:gd name="connsiteX4" fmla="*/ 9577 w 12231023"/>
              <a:gd name="connsiteY4" fmla="*/ 0 h 11346284"/>
              <a:gd name="connsiteX0" fmla="*/ 9577 w 8596509"/>
              <a:gd name="connsiteY0" fmla="*/ 588804 h 11935088"/>
              <a:gd name="connsiteX1" fmla="*/ 5327951 w 8596509"/>
              <a:gd name="connsiteY1" fmla="*/ 0 h 11935088"/>
              <a:gd name="connsiteX2" fmla="*/ 8596509 w 8596509"/>
              <a:gd name="connsiteY2" fmla="*/ 7445859 h 11935088"/>
              <a:gd name="connsiteX3" fmla="*/ 0 w 8596509"/>
              <a:gd name="connsiteY3" fmla="*/ 11935088 h 11935088"/>
              <a:gd name="connsiteX4" fmla="*/ 9577 w 8596509"/>
              <a:gd name="connsiteY4" fmla="*/ 588804 h 11935088"/>
              <a:gd name="connsiteX0" fmla="*/ 9588 w 8596509"/>
              <a:gd name="connsiteY0" fmla="*/ 4180393 h 11935088"/>
              <a:gd name="connsiteX1" fmla="*/ 5327951 w 8596509"/>
              <a:gd name="connsiteY1" fmla="*/ 0 h 11935088"/>
              <a:gd name="connsiteX2" fmla="*/ 8596509 w 8596509"/>
              <a:gd name="connsiteY2" fmla="*/ 7445859 h 11935088"/>
              <a:gd name="connsiteX3" fmla="*/ 0 w 8596509"/>
              <a:gd name="connsiteY3" fmla="*/ 11935088 h 11935088"/>
              <a:gd name="connsiteX4" fmla="*/ 9588 w 8596509"/>
              <a:gd name="connsiteY4" fmla="*/ 4180393 h 11935088"/>
              <a:gd name="connsiteX0" fmla="*/ 9588 w 8596509"/>
              <a:gd name="connsiteY0" fmla="*/ 2099372 h 9854067"/>
              <a:gd name="connsiteX1" fmla="*/ 5227840 w 8596509"/>
              <a:gd name="connsiteY1" fmla="*/ 0 h 9854067"/>
              <a:gd name="connsiteX2" fmla="*/ 8596509 w 8596509"/>
              <a:gd name="connsiteY2" fmla="*/ 5364838 h 9854067"/>
              <a:gd name="connsiteX3" fmla="*/ 0 w 8596509"/>
              <a:gd name="connsiteY3" fmla="*/ 9854067 h 9854067"/>
              <a:gd name="connsiteX4" fmla="*/ 9588 w 8596509"/>
              <a:gd name="connsiteY4" fmla="*/ 2099372 h 9854067"/>
              <a:gd name="connsiteX0" fmla="*/ 9588 w 8596509"/>
              <a:gd name="connsiteY0" fmla="*/ 694964 h 8449659"/>
              <a:gd name="connsiteX1" fmla="*/ 2864624 w 8596509"/>
              <a:gd name="connsiteY1" fmla="*/ 0 h 8449659"/>
              <a:gd name="connsiteX2" fmla="*/ 8596509 w 8596509"/>
              <a:gd name="connsiteY2" fmla="*/ 3960430 h 8449659"/>
              <a:gd name="connsiteX3" fmla="*/ 0 w 8596509"/>
              <a:gd name="connsiteY3" fmla="*/ 8449659 h 8449659"/>
              <a:gd name="connsiteX4" fmla="*/ 9588 w 8596509"/>
              <a:gd name="connsiteY4" fmla="*/ 694964 h 8449659"/>
              <a:gd name="connsiteX0" fmla="*/ 9588 w 8596509"/>
              <a:gd name="connsiteY0" fmla="*/ 720484 h 8475179"/>
              <a:gd name="connsiteX1" fmla="*/ 1513143 w 8596509"/>
              <a:gd name="connsiteY1" fmla="*/ 0 h 8475179"/>
              <a:gd name="connsiteX2" fmla="*/ 8596509 w 8596509"/>
              <a:gd name="connsiteY2" fmla="*/ 3985950 h 8475179"/>
              <a:gd name="connsiteX3" fmla="*/ 0 w 8596509"/>
              <a:gd name="connsiteY3" fmla="*/ 8475179 h 8475179"/>
              <a:gd name="connsiteX4" fmla="*/ 9588 w 8596509"/>
              <a:gd name="connsiteY4" fmla="*/ 720484 h 8475179"/>
              <a:gd name="connsiteX0" fmla="*/ 9588 w 4514129"/>
              <a:gd name="connsiteY0" fmla="*/ 720484 h 8475179"/>
              <a:gd name="connsiteX1" fmla="*/ 1513143 w 4514129"/>
              <a:gd name="connsiteY1" fmla="*/ 0 h 8475179"/>
              <a:gd name="connsiteX2" fmla="*/ 4514129 w 4514129"/>
              <a:gd name="connsiteY2" fmla="*/ 6132115 h 8475179"/>
              <a:gd name="connsiteX3" fmla="*/ 0 w 4514129"/>
              <a:gd name="connsiteY3" fmla="*/ 8475179 h 8475179"/>
              <a:gd name="connsiteX4" fmla="*/ 9588 w 4514129"/>
              <a:gd name="connsiteY4" fmla="*/ 720484 h 8475179"/>
              <a:gd name="connsiteX0" fmla="*/ 9588 w 4692251"/>
              <a:gd name="connsiteY0" fmla="*/ 720484 h 8475179"/>
              <a:gd name="connsiteX1" fmla="*/ 1513143 w 4692251"/>
              <a:gd name="connsiteY1" fmla="*/ 0 h 8475179"/>
              <a:gd name="connsiteX2" fmla="*/ 4692251 w 4692251"/>
              <a:gd name="connsiteY2" fmla="*/ 6175242 h 8475179"/>
              <a:gd name="connsiteX3" fmla="*/ 0 w 4692251"/>
              <a:gd name="connsiteY3" fmla="*/ 8475179 h 8475179"/>
              <a:gd name="connsiteX4" fmla="*/ 9588 w 4692251"/>
              <a:gd name="connsiteY4" fmla="*/ 720484 h 8475179"/>
              <a:gd name="connsiteX0" fmla="*/ 9588 w 4718986"/>
              <a:gd name="connsiteY0" fmla="*/ 720484 h 8475179"/>
              <a:gd name="connsiteX1" fmla="*/ 1513143 w 4718986"/>
              <a:gd name="connsiteY1" fmla="*/ 0 h 8475179"/>
              <a:gd name="connsiteX2" fmla="*/ 4718986 w 4718986"/>
              <a:gd name="connsiteY2" fmla="*/ 6183933 h 8475179"/>
              <a:gd name="connsiteX3" fmla="*/ 0 w 4718986"/>
              <a:gd name="connsiteY3" fmla="*/ 8475179 h 8475179"/>
              <a:gd name="connsiteX4" fmla="*/ 9588 w 4718986"/>
              <a:gd name="connsiteY4" fmla="*/ 720484 h 8475179"/>
              <a:gd name="connsiteX0" fmla="*/ 97824 w 4807222"/>
              <a:gd name="connsiteY0" fmla="*/ 720484 h 8564735"/>
              <a:gd name="connsiteX1" fmla="*/ 1601379 w 4807222"/>
              <a:gd name="connsiteY1" fmla="*/ 0 h 8564735"/>
              <a:gd name="connsiteX2" fmla="*/ 4807222 w 4807222"/>
              <a:gd name="connsiteY2" fmla="*/ 6183933 h 8564735"/>
              <a:gd name="connsiteX3" fmla="*/ 0 w 4807222"/>
              <a:gd name="connsiteY3" fmla="*/ 8564735 h 8564735"/>
              <a:gd name="connsiteX4" fmla="*/ 97824 w 4807222"/>
              <a:gd name="connsiteY4" fmla="*/ 720484 h 856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7222" h="8564735">
                <a:moveTo>
                  <a:pt x="97824" y="720484"/>
                </a:moveTo>
                <a:lnTo>
                  <a:pt x="1601379" y="0"/>
                </a:lnTo>
                <a:lnTo>
                  <a:pt x="4807222" y="6183933"/>
                </a:lnTo>
                <a:lnTo>
                  <a:pt x="0" y="8564735"/>
                </a:lnTo>
                <a:cubicBezTo>
                  <a:pt x="3192" y="4782640"/>
                  <a:pt x="94632" y="4502579"/>
                  <a:pt x="97824" y="720484"/>
                </a:cubicBezTo>
                <a:close/>
              </a:path>
            </a:pathLst>
          </a:custGeom>
          <a:solidFill>
            <a:srgbClr val="193B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Cartoon, Entwurf, Kunst enthält.&#10;&#10;KI-generierte Inhalte können fehlerhaft sein.">
            <a:extLst>
              <a:ext uri="{FF2B5EF4-FFF2-40B4-BE49-F238E27FC236}">
                <a16:creationId xmlns:a16="http://schemas.microsoft.com/office/drawing/2014/main" id="{FD1555DF-E60A-A51C-D433-24956A3859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66991" y="1635657"/>
            <a:ext cx="5574870" cy="5503640"/>
          </a:xfrm>
          <a:prstGeom prst="rect">
            <a:avLst/>
          </a:prstGeom>
        </p:spPr>
      </p:pic>
      <p:sp>
        <p:nvSpPr>
          <p:cNvPr id="15" name="TextBox 104">
            <a:extLst>
              <a:ext uri="{FF2B5EF4-FFF2-40B4-BE49-F238E27FC236}">
                <a16:creationId xmlns:a16="http://schemas.microsoft.com/office/drawing/2014/main" id="{6B3F4265-AC30-EC8D-5C50-7622552A23F8}"/>
              </a:ext>
            </a:extLst>
          </p:cNvPr>
          <p:cNvSpPr txBox="1"/>
          <p:nvPr userDrawn="1"/>
        </p:nvSpPr>
        <p:spPr>
          <a:xfrm>
            <a:off x="465414" y="1331736"/>
            <a:ext cx="6001577" cy="535531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look forward to future collaboration.</a:t>
            </a:r>
          </a:p>
          <a:p>
            <a:endParaRPr lang="en-GB" altLang="ja-JP" sz="1800">
              <a:latin typeface="+mn-lt"/>
            </a:endParaRPr>
          </a:p>
          <a:p>
            <a:r>
              <a:rPr lang="ja-JP" altLang="en-US" sz="1800" b="1">
                <a:latin typeface="+mn-lt"/>
              </a:rPr>
              <a:t>ご清聴ありがとうございました。</a:t>
            </a:r>
            <a:br>
              <a:rPr lang="ja-JP" altLang="en-US" sz="1800">
                <a:latin typeface="+mn-lt"/>
              </a:rPr>
            </a:br>
            <a:r>
              <a:rPr lang="ja-JP" altLang="en-US" sz="1800" b="1">
                <a:latin typeface="+mn-lt"/>
              </a:rPr>
              <a:t>今後ともよろしくお願いいたします。</a:t>
            </a:r>
            <a:endParaRPr lang="en-GB" altLang="ja-JP" sz="1800" b="1">
              <a:latin typeface="+mn-lt"/>
            </a:endParaRPr>
          </a:p>
          <a:p>
            <a:endParaRPr lang="it-IT" sz="1800" b="1">
              <a:latin typeface="+mn-lt"/>
            </a:endParaRPr>
          </a:p>
          <a:p>
            <a:r>
              <a:rPr lang="it-IT" sz="1800" b="1">
                <a:latin typeface="+mn-lt"/>
              </a:rPr>
              <a:t>Grazie per l’attenzione. Siamo lieti di proseguire il dialogo e la futura collaborazione.</a:t>
            </a:r>
            <a:endParaRPr lang="en-GB" sz="1800" b="1" spc="-150" noProof="0">
              <a:solidFill>
                <a:srgbClr val="193B6C"/>
              </a:solidFill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GB" altLang="zh-CN" sz="1800" b="1">
              <a:latin typeface="+mn-lt"/>
            </a:endParaRPr>
          </a:p>
          <a:p>
            <a:r>
              <a:rPr lang="zh-CN" altLang="en-US" sz="1800" b="1">
                <a:latin typeface="+mn-lt"/>
              </a:rPr>
              <a:t>感谢您的聆听。</a:t>
            </a:r>
            <a:br>
              <a:rPr lang="zh-CN" altLang="en-US" sz="1800">
                <a:latin typeface="+mn-lt"/>
              </a:rPr>
            </a:br>
            <a:r>
              <a:rPr lang="zh-CN" altLang="en-US" sz="1800" b="1">
                <a:latin typeface="+mn-lt"/>
              </a:rPr>
              <a:t>敬请继续支持与指教。</a:t>
            </a:r>
            <a:endParaRPr lang="en-GB" altLang="zh-CN" sz="1800" b="1">
              <a:latin typeface="+mn-lt"/>
            </a:endParaRPr>
          </a:p>
          <a:p>
            <a:endParaRPr lang="en-GB" altLang="zh-CN" sz="1800" b="1">
              <a:latin typeface="+mn-lt"/>
            </a:endParaRPr>
          </a:p>
          <a:p>
            <a:r>
              <a:rPr lang="fr-FR" sz="1800" b="1">
                <a:latin typeface="+mn-lt"/>
              </a:rPr>
              <a:t>Merci de votre attention. Nous restons à votre disposition et espérons poursuivre cette collaboration.</a:t>
            </a:r>
            <a:endParaRPr lang="en-GB" altLang="zh-CN" sz="1800" b="1">
              <a:latin typeface="+mn-lt"/>
            </a:endParaRPr>
          </a:p>
          <a:p>
            <a:endParaRPr lang="en-GB" sz="1800" b="1" spc="-150" noProof="0">
              <a:solidFill>
                <a:srgbClr val="193B6C"/>
              </a:solidFill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ko-KR" altLang="en-US" sz="1800" b="1">
                <a:latin typeface="+mn-lt"/>
              </a:rPr>
              <a:t>경청해 주셔서 감사합니다</a:t>
            </a:r>
            <a:r>
              <a:rPr lang="en-US" altLang="ko-KR" sz="1800" b="1">
                <a:latin typeface="+mn-lt"/>
              </a:rPr>
              <a:t>.</a:t>
            </a:r>
            <a:br>
              <a:rPr lang="ko-KR" altLang="en-US" sz="1800">
                <a:latin typeface="+mn-lt"/>
              </a:rPr>
            </a:br>
            <a:r>
              <a:rPr lang="ko-KR" altLang="en-US" sz="1800" b="1">
                <a:latin typeface="+mn-lt"/>
              </a:rPr>
              <a:t>앞으로도 많은 관심과 협력 부탁드립니다</a:t>
            </a:r>
            <a:r>
              <a:rPr lang="en-US" altLang="ko-KR" sz="1800" b="1">
                <a:latin typeface="+mn-lt"/>
              </a:rPr>
              <a:t>.</a:t>
            </a:r>
          </a:p>
          <a:p>
            <a:endParaRPr lang="en-US" sz="1800" b="1" spc="-150" noProof="0">
              <a:solidFill>
                <a:srgbClr val="193B6C"/>
              </a:solidFill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de-DE" sz="1800" b="1">
                <a:latin typeface="+mn-lt"/>
              </a:rPr>
              <a:t>Vielen Dank für Ihre Aufmerksamkeit.</a:t>
            </a:r>
            <a:br>
              <a:rPr lang="de-DE" sz="1800">
                <a:latin typeface="+mn-lt"/>
              </a:rPr>
            </a:br>
            <a:r>
              <a:rPr lang="de-DE" sz="1800" b="1">
                <a:latin typeface="+mn-lt"/>
              </a:rPr>
              <a:t>Wir freuen uns auf die weitere Zusammenarbeit.</a:t>
            </a:r>
            <a:endParaRPr lang="en-GB" sz="1800" b="1" spc="-150" noProof="0">
              <a:solidFill>
                <a:srgbClr val="193B6C"/>
              </a:solidFill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104">
            <a:extLst>
              <a:ext uri="{FF2B5EF4-FFF2-40B4-BE49-F238E27FC236}">
                <a16:creationId xmlns:a16="http://schemas.microsoft.com/office/drawing/2014/main" id="{6ECB6267-B3D4-D6B7-BFFB-2CAE40F5D58E}"/>
              </a:ext>
            </a:extLst>
          </p:cNvPr>
          <p:cNvSpPr txBox="1"/>
          <p:nvPr userDrawn="1"/>
        </p:nvSpPr>
        <p:spPr>
          <a:xfrm>
            <a:off x="1542347" y="250790"/>
            <a:ext cx="6915853" cy="70788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4000" b="1" spc="-150" noProof="0">
                <a:solidFill>
                  <a:srgbClr val="193B6C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0033862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cover">
            <a:extLst>
              <a:ext uri="{FF2B5EF4-FFF2-40B4-BE49-F238E27FC236}">
                <a16:creationId xmlns:a16="http://schemas.microsoft.com/office/drawing/2014/main" id="{85B24FC7-AA83-6EC3-90CC-085CD97543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E500FD00-6A43-46F1-DE9C-86A3005306F6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6" name="Grafik 56">
            <a:extLst>
              <a:ext uri="{FF2B5EF4-FFF2-40B4-BE49-F238E27FC236}">
                <a16:creationId xmlns:a16="http://schemas.microsoft.com/office/drawing/2014/main" id="{8CE21045-F26D-6D79-275A-2A9003E243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16E2B5B-7699-CB97-4589-C6907FEC3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548805DB-773F-42D3-8DFD-26CBC700E821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CD55A2-98AF-AF2F-5C28-572BA6699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28159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go cover">
            <a:extLst>
              <a:ext uri="{FF2B5EF4-FFF2-40B4-BE49-F238E27FC236}">
                <a16:creationId xmlns:a16="http://schemas.microsoft.com/office/drawing/2014/main" id="{DA4990F4-F3AE-498B-87B6-51AFC76C33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2471D-A77D-AE66-0C56-71ECC58CF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2347" y="152400"/>
            <a:ext cx="8669877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# edit headline or delete me</a:t>
            </a:r>
            <a:endParaRPr lang="fr-CA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2B3AE02-6085-DD67-D73D-AAD734925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AD9D7892-2622-4A4D-BCD1-CF0AD644D504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54D757C-7719-2DB1-30BA-43DE86E0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1D153A9-0D98-8CA5-65FA-F4672715AFFA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9" name="Grafik 56">
            <a:extLst>
              <a:ext uri="{FF2B5EF4-FFF2-40B4-BE49-F238E27FC236}">
                <a16:creationId xmlns:a16="http://schemas.microsoft.com/office/drawing/2014/main" id="{6B4FBB0D-F1CB-AA86-F56A-30DB1A91E0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82310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 cover">
            <a:extLst>
              <a:ext uri="{FF2B5EF4-FFF2-40B4-BE49-F238E27FC236}">
                <a16:creationId xmlns:a16="http://schemas.microsoft.com/office/drawing/2014/main" id="{BF32D34C-EE0D-C518-F3D7-E2A8B42B9D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38015-6AB4-370D-06DA-F958D9B691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# edit headline or delete me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2063099-38BE-5DC9-9ACB-7C8A640BF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1" y="949773"/>
            <a:ext cx="8666932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F8323EA-B346-4179-458E-0B1FB73CD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27329772-BEA4-4B6B-AE61-5B712A7FCCD7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E1FE1A3-4991-560A-DF9B-E1008FEAF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9DE6603-DA8B-00A3-A4DC-CE2E06F31172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10" name="Grafik 56">
            <a:extLst>
              <a:ext uri="{FF2B5EF4-FFF2-40B4-BE49-F238E27FC236}">
                <a16:creationId xmlns:a16="http://schemas.microsoft.com/office/drawing/2014/main" id="{B66A9655-425B-2BCC-4C43-BA3A2B4266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33177"/>
      </p:ext>
    </p:extLst>
  </p:cSld>
  <p:clrMapOvr>
    <a:masterClrMapping/>
  </p:clrMapOvr>
  <p:transition spd="slow" advTm="0">
    <p:push dir="u"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ogo cover">
            <a:extLst>
              <a:ext uri="{FF2B5EF4-FFF2-40B4-BE49-F238E27FC236}">
                <a16:creationId xmlns:a16="http://schemas.microsoft.com/office/drawing/2014/main" id="{5A7B4828-DA33-6388-98AC-932CC33723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0B4F50-4B7F-F2F8-CC6F-C92A5B9175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DC6AC47F-6E0B-9FA3-4913-0CEE3726DDC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1" y="949773"/>
            <a:ext cx="8666932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B2D9E9-C004-CD5C-F655-E0D04268F15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11232000" cy="4968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GB" dirty="0"/>
              <a:t>Lato 28 Bold</a:t>
            </a:r>
          </a:p>
          <a:p>
            <a:pPr lvl="1"/>
            <a:r>
              <a:rPr lang="en-GB" dirty="0"/>
              <a:t>Lato 24 Bold</a:t>
            </a:r>
          </a:p>
          <a:p>
            <a:pPr lvl="2"/>
            <a:r>
              <a:rPr lang="en-GB" dirty="0"/>
              <a:t>Lato 20 Bold</a:t>
            </a:r>
          </a:p>
          <a:p>
            <a:pPr lvl="3"/>
            <a:r>
              <a:rPr lang="en-GB" dirty="0"/>
              <a:t>Lato 18</a:t>
            </a:r>
          </a:p>
          <a:p>
            <a:pPr lvl="4"/>
            <a:r>
              <a:rPr lang="en-GB" dirty="0"/>
              <a:t>Lato 16</a:t>
            </a:r>
            <a:endParaRPr lang="en-NZ" dirty="0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9B0A3298-8123-AE7C-49DD-657203E5B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F10DAF9C-5A84-4674-A20B-5D27B5D33B82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40C9AC0-F2EB-D604-1A53-3F1F530D2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4741C8E8-07F8-0110-2B96-6F4C936C0F91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13" name="Grafik 56">
            <a:extLst>
              <a:ext uri="{FF2B5EF4-FFF2-40B4-BE49-F238E27FC236}">
                <a16:creationId xmlns:a16="http://schemas.microsoft.com/office/drawing/2014/main" id="{18F33C36-6A0E-F849-AAE5-696D84A6E6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29166"/>
      </p:ext>
    </p:extLst>
  </p:cSld>
  <p:clrMapOvr>
    <a:masterClrMapping/>
  </p:clrMapOvr>
  <p:transition spd="slow" advTm="0">
    <p:push dir="u"/>
  </p:transition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ogo cover">
            <a:extLst>
              <a:ext uri="{FF2B5EF4-FFF2-40B4-BE49-F238E27FC236}">
                <a16:creationId xmlns:a16="http://schemas.microsoft.com/office/drawing/2014/main" id="{54AD9D86-F215-D397-0355-118BA3CCB2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9D569B-03D9-7485-31A5-1ED84A047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2962BFB4-55C1-B9A2-FE1C-F991AEC9914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0" y="949773"/>
            <a:ext cx="8666931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2F4293-C6C0-9E34-B320-4CFBBE9BB03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5508000" cy="4968000"/>
          </a:xfrm>
        </p:spPr>
        <p:txBody>
          <a:bodyPr/>
          <a:lstStyle>
            <a:lvl3pPr>
              <a:defRPr/>
            </a:lvl3pPr>
            <a:lvl5pPr>
              <a:defRPr/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4DB11DBE-ED63-F9DE-9D40-8779E5AAC12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6532563" y="1869440"/>
            <a:ext cx="5359673" cy="4718561"/>
          </a:xfrm>
        </p:spPr>
        <p:txBody>
          <a:bodyPr/>
          <a:lstStyle/>
          <a:p>
            <a:r>
              <a:rPr lang="en-GB"/>
              <a:t>Click icon to add online image</a:t>
            </a:r>
            <a:endParaRPr lang="en-SG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59A64EB2-29C6-B4C5-935A-1FFC47696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B931BAFB-F9A8-45BD-B35C-D8F9BA100BD1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D15C609-95B0-4828-A541-625923DE9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BC5E8FA-7783-AD35-B422-859E1C91E643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12" name="Grafik 56">
            <a:extLst>
              <a:ext uri="{FF2B5EF4-FFF2-40B4-BE49-F238E27FC236}">
                <a16:creationId xmlns:a16="http://schemas.microsoft.com/office/drawing/2014/main" id="{A9E9F2F3-D091-CAE0-42C6-2B0B5A9015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7138"/>
      </p:ext>
    </p:extLst>
  </p:cSld>
  <p:clrMapOvr>
    <a:masterClrMapping/>
  </p:clrMapOvr>
  <p:transition spd="slow" advTm="0">
    <p:push dir="u"/>
  </p:transition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 cover">
            <a:extLst>
              <a:ext uri="{FF2B5EF4-FFF2-40B4-BE49-F238E27FC236}">
                <a16:creationId xmlns:a16="http://schemas.microsoft.com/office/drawing/2014/main" id="{09CC788F-206D-15E1-A14F-6A1349F78D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FEAE4B-25D9-4010-B555-87949989AA3C}"/>
              </a:ext>
            </a:extLst>
          </p:cNvPr>
          <p:cNvSpPr txBox="1"/>
          <p:nvPr userDrawn="1"/>
        </p:nvSpPr>
        <p:spPr>
          <a:xfrm>
            <a:off x="570816" y="4611964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Semiconductor Processing Equipment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7B20D-319A-40A1-BD1B-E211DF724575}"/>
              </a:ext>
            </a:extLst>
          </p:cNvPr>
          <p:cNvSpPr txBox="1"/>
          <p:nvPr userDrawn="1"/>
        </p:nvSpPr>
        <p:spPr>
          <a:xfrm>
            <a:off x="4009389" y="4620493"/>
            <a:ext cx="2373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defTabSz="914400">
              <a:spcBef>
                <a:spcPts val="1200"/>
              </a:spcBef>
              <a:buNone/>
            </a:pPr>
            <a:r>
              <a:rPr lang="en-US" sz="2000" b="1">
                <a:solidFill>
                  <a:schemeClr val="bg1"/>
                </a:solidFill>
                <a:latin typeface="Lato" charset="0"/>
              </a:rPr>
              <a:t>Single Wafer Wet Chemical Processing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D3797-3802-CDA9-0B4D-61E8F421F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# edit headline or delete 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8D91204-1663-A905-D408-A1116C99818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1" y="949773"/>
            <a:ext cx="8666932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C77F3B-84A6-5668-DB13-65D2953EBB3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599847" y="1620001"/>
            <a:ext cx="6111577" cy="4968000"/>
          </a:xfrm>
        </p:spPr>
        <p:txBody>
          <a:bodyPr/>
          <a:lstStyle/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3" name="Online Image Placeholder 9">
            <a:extLst>
              <a:ext uri="{FF2B5EF4-FFF2-40B4-BE49-F238E27FC236}">
                <a16:creationId xmlns:a16="http://schemas.microsoft.com/office/drawing/2014/main" id="{40F69529-2479-948E-EC17-B82FF004B8CE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480576" y="1620001"/>
            <a:ext cx="4938459" cy="4968000"/>
          </a:xfrm>
        </p:spPr>
        <p:txBody>
          <a:bodyPr/>
          <a:lstStyle/>
          <a:p>
            <a:r>
              <a:rPr lang="en-GB"/>
              <a:t>Click icon to add online image</a:t>
            </a:r>
            <a:endParaRPr lang="en-SG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3EA05077-DA4F-52A1-7569-4A73D8EF5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B143A736-678C-42CF-9011-C1FF3B61E0A6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EEC7636-8D18-CF08-9F61-049B3EBED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EDCED847-091C-5D4C-F11B-DEC2E6F7E852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12" name="Grafik 56">
            <a:extLst>
              <a:ext uri="{FF2B5EF4-FFF2-40B4-BE49-F238E27FC236}">
                <a16:creationId xmlns:a16="http://schemas.microsoft.com/office/drawing/2014/main" id="{28322765-B680-EFD1-BDC2-17F7445382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78035"/>
      </p:ext>
    </p:extLst>
  </p:cSld>
  <p:clrMapOvr>
    <a:masterClrMapping/>
  </p:clrMapOvr>
  <p:transition spd="slow" advTm="0">
    <p:push dir="u"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 cover">
            <a:extLst>
              <a:ext uri="{FF2B5EF4-FFF2-40B4-BE49-F238E27FC236}">
                <a16:creationId xmlns:a16="http://schemas.microsoft.com/office/drawing/2014/main" id="{9B000103-11E7-1782-0177-BDC9E3EA77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72120" y="130960"/>
            <a:ext cx="906440" cy="906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3F6E41-30F6-6625-A110-0A08ACC8BF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# edit headline or delete me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4080F93-FD40-FFA5-7A46-2246865C5A4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541771" y="949773"/>
            <a:ext cx="8666932" cy="3642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rgbClr val="193C6C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lvl9pPr>
          </a:lstStyle>
          <a:p>
            <a:pPr lvl="0"/>
            <a:r>
              <a:rPr lang="en-GB" noProof="0"/>
              <a:t># edit sub- headline or delete 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9EE0BE-35A1-CFEF-F7B3-C7792745132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79424" y="1620001"/>
            <a:ext cx="5508000" cy="4968000"/>
          </a:xfrm>
        </p:spPr>
        <p:txBody>
          <a:bodyPr/>
          <a:lstStyle>
            <a:lvl3pPr>
              <a:defRPr/>
            </a:lvl3pPr>
            <a:lvl5pPr>
              <a:defRPr/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E474E63-9A28-46F0-6A5C-B7BF5C44072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423" y="1620001"/>
            <a:ext cx="5508000" cy="4968000"/>
          </a:xfrm>
        </p:spPr>
        <p:txBody>
          <a:bodyPr/>
          <a:lstStyle>
            <a:lvl3pPr>
              <a:defRPr/>
            </a:lvl3pPr>
            <a:lvl5pPr>
              <a:defRPr/>
            </a:lvl5pPr>
          </a:lstStyle>
          <a:p>
            <a:pPr lvl="0"/>
            <a:r>
              <a:rPr lang="en-GB"/>
              <a:t>Lato 28 Bold</a:t>
            </a:r>
          </a:p>
          <a:p>
            <a:pPr lvl="1"/>
            <a:r>
              <a:rPr lang="en-GB"/>
              <a:t>Lato 24 Bold</a:t>
            </a:r>
          </a:p>
          <a:p>
            <a:pPr lvl="2"/>
            <a:r>
              <a:rPr lang="en-GB"/>
              <a:t>Lato 20 Bold</a:t>
            </a:r>
          </a:p>
          <a:p>
            <a:pPr lvl="3"/>
            <a:r>
              <a:rPr lang="en-GB"/>
              <a:t>Lato 18</a:t>
            </a:r>
          </a:p>
          <a:p>
            <a:pPr lvl="4"/>
            <a:r>
              <a:rPr lang="en-GB"/>
              <a:t>Lato 16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BED339E-00C3-FC61-A4EE-D9082E9F7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54D71263-A717-44FF-9AE3-DA277F376FCF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6DCB50F-BCA0-B555-4FCD-5456A1189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5435561-C374-D422-EFE8-6A07FAC3715D}"/>
              </a:ext>
            </a:extLst>
          </p:cNvPr>
          <p:cNvSpPr/>
          <p:nvPr userDrawn="1"/>
        </p:nvSpPr>
        <p:spPr>
          <a:xfrm>
            <a:off x="10209278" y="-465250"/>
            <a:ext cx="2192115" cy="21921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69B4"/>
          </a:solidFill>
        </p:spPr>
        <p:txBody>
          <a:bodyPr/>
          <a:lstStyle/>
          <a:p>
            <a:endParaRPr lang="en-GB" noProof="0"/>
          </a:p>
        </p:txBody>
      </p:sp>
      <p:pic>
        <p:nvPicPr>
          <p:cNvPr id="12" name="Grafik 56">
            <a:extLst>
              <a:ext uri="{FF2B5EF4-FFF2-40B4-BE49-F238E27FC236}">
                <a16:creationId xmlns:a16="http://schemas.microsoft.com/office/drawing/2014/main" id="{149B0B9B-CF67-8EAE-9BF8-DB49CC510D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9261" y="435664"/>
            <a:ext cx="1955785" cy="5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59625"/>
      </p:ext>
    </p:extLst>
  </p:cSld>
  <p:clrMapOvr>
    <a:masterClrMapping/>
  </p:clrMapOvr>
  <p:transition spd="slow" advTm="0">
    <p:push dir="u"/>
  </p:transition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6">
            <a:extLst>
              <a:ext uri="{FF2B5EF4-FFF2-40B4-BE49-F238E27FC236}">
                <a16:creationId xmlns:a16="http://schemas.microsoft.com/office/drawing/2014/main" id="{A142E7D0-74C6-C9EE-7FE9-55F0A5699756}"/>
              </a:ext>
            </a:extLst>
          </p:cNvPr>
          <p:cNvPicPr>
            <a:picLocks noChangeAspect="1"/>
          </p:cNvPicPr>
          <p:nvPr/>
        </p:nvPicPr>
        <p:blipFill rotWithShape="1"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551" y="154042"/>
            <a:ext cx="745904" cy="84161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2370F-0BBE-0733-ADA9-7954CB838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9290" y="6734889"/>
            <a:ext cx="97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017449F8-8B9A-4BD4-BB71-B2AA8FC114AE}" type="datetime1">
              <a:rPr lang="en-US"/>
              <a:pPr/>
              <a:t>5/28/2026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1EEA3-9B6B-A7E1-780A-3B825334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2236" y="6590427"/>
            <a:ext cx="2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50">
                <a:solidFill>
                  <a:schemeClr val="accent5"/>
                </a:solidFill>
              </a:defRPr>
            </a:lvl1pPr>
          </a:lstStyle>
          <a:p>
            <a:fld id="{30955075-0D2F-4A1B-BF6E-D8E7F21FA092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ußzeilenplatzhalter 1">
            <a:extLst>
              <a:ext uri="{FF2B5EF4-FFF2-40B4-BE49-F238E27FC236}">
                <a16:creationId xmlns:a16="http://schemas.microsoft.com/office/drawing/2014/main" id="{91EED421-875B-C487-54D3-8F803F8037FF}"/>
              </a:ext>
            </a:extLst>
          </p:cNvPr>
          <p:cNvSpPr txBox="1">
            <a:spLocks/>
          </p:cNvSpPr>
          <p:nvPr/>
        </p:nvSpPr>
        <p:spPr>
          <a:xfrm rot="16200000">
            <a:off x="-1065996" y="5638893"/>
            <a:ext cx="229710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50" dirty="0">
                <a:solidFill>
                  <a:schemeClr val="accent5"/>
                </a:solidFill>
              </a:rPr>
              <a:t>©2026 NexGen Wafer Systems.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EF21A-F886-E68B-F77E-508FC0F1256C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>
          <a:xfrm rot="16200000">
            <a:off x="-2171292" y="2327892"/>
            <a:ext cx="4500000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GB" sz="750" b="0">
                <a:solidFill>
                  <a:schemeClr val="accent5"/>
                </a:solidFill>
                <a:effectLst/>
              </a:rPr>
              <a:t>This presentation is strictly confidential and for authorized recipients only. Unauthorized use is prohibited.</a:t>
            </a:r>
            <a:endParaRPr lang="en-US" sz="750" b="0" dirty="0">
              <a:solidFill>
                <a:schemeClr val="accent5"/>
              </a:solidFill>
              <a:effectLst/>
            </a:endParaRPr>
          </a:p>
        </p:txBody>
      </p:sp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6B777A24-B591-895A-1FBE-24AB740A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347" y="152400"/>
            <a:ext cx="10169654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noProof="0" dirty="0"/>
              <a:t># edit headline or delete 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70984A-84D5-0D74-BB4C-3E0DD66CD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00" y="1620001"/>
            <a:ext cx="11232000" cy="496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Lato 28 Bold</a:t>
            </a:r>
          </a:p>
          <a:p>
            <a:pPr lvl="1"/>
            <a:r>
              <a:rPr lang="en-US" dirty="0"/>
              <a:t>Lato 24 Bold</a:t>
            </a:r>
          </a:p>
          <a:p>
            <a:pPr lvl="2"/>
            <a:r>
              <a:rPr lang="en-US" dirty="0"/>
              <a:t>Lato 20 Bold</a:t>
            </a:r>
          </a:p>
          <a:p>
            <a:pPr lvl="3"/>
            <a:r>
              <a:rPr lang="en-US" dirty="0"/>
              <a:t>Lato 18</a:t>
            </a:r>
          </a:p>
          <a:p>
            <a:pPr lvl="4"/>
            <a:r>
              <a:rPr lang="en-US" dirty="0"/>
              <a:t>Lato 16</a:t>
            </a:r>
          </a:p>
          <a:p>
            <a:pPr lvl="5"/>
            <a:r>
              <a:rPr lang="en-US" dirty="0"/>
              <a:t>Lato 14</a:t>
            </a:r>
          </a:p>
          <a:p>
            <a:pPr lvl="6"/>
            <a:r>
              <a:rPr lang="en-US" dirty="0"/>
              <a:t>Lato 18</a:t>
            </a:r>
          </a:p>
          <a:p>
            <a:pPr lvl="7"/>
            <a:r>
              <a:rPr lang="en-US" dirty="0"/>
              <a:t>Lato 16</a:t>
            </a:r>
          </a:p>
          <a:p>
            <a:pPr lvl="8"/>
            <a:r>
              <a:rPr lang="en-US" dirty="0"/>
              <a:t>Lato 14</a:t>
            </a:r>
          </a:p>
        </p:txBody>
      </p:sp>
      <p:sp>
        <p:nvSpPr>
          <p:cNvPr id="2" name="Default shape" hidden="1">
            <a:extLst>
              <a:ext uri="{FF2B5EF4-FFF2-40B4-BE49-F238E27FC236}">
                <a16:creationId xmlns:a16="http://schemas.microsoft.com/office/drawing/2014/main" id="{C656E26F-2903-B249-9544-C7C93B03C0C3}"/>
              </a:ext>
            </a:extLst>
          </p:cNvPr>
          <p:cNvSpPr/>
          <p:nvPr/>
        </p:nvSpPr>
        <p:spPr>
          <a:xfrm>
            <a:off x="9144000" y="1068973"/>
            <a:ext cx="2159000" cy="338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Default shape</a:t>
            </a:r>
          </a:p>
        </p:txBody>
      </p:sp>
      <p:sp>
        <p:nvSpPr>
          <p:cNvPr id="7" name="Default textbox" hidden="1">
            <a:extLst>
              <a:ext uri="{FF2B5EF4-FFF2-40B4-BE49-F238E27FC236}">
                <a16:creationId xmlns:a16="http://schemas.microsoft.com/office/drawing/2014/main" id="{DBD723B9-B480-93D6-EB20-25301E55696D}"/>
              </a:ext>
            </a:extLst>
          </p:cNvPr>
          <p:cNvSpPr txBox="1"/>
          <p:nvPr/>
        </p:nvSpPr>
        <p:spPr>
          <a:xfrm>
            <a:off x="9144000" y="1778000"/>
            <a:ext cx="2222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dirty="0"/>
              <a:t>Default textbox</a:t>
            </a:r>
          </a:p>
        </p:txBody>
      </p:sp>
      <p:cxnSp>
        <p:nvCxnSpPr>
          <p:cNvPr id="8" name="Default line" hidden="1">
            <a:extLst>
              <a:ext uri="{FF2B5EF4-FFF2-40B4-BE49-F238E27FC236}">
                <a16:creationId xmlns:a16="http://schemas.microsoft.com/office/drawing/2014/main" id="{7708CA2E-87EE-D7B1-413E-C72482FFE5C1}"/>
              </a:ext>
            </a:extLst>
          </p:cNvPr>
          <p:cNvCxnSpPr/>
          <p:nvPr/>
        </p:nvCxnSpPr>
        <p:spPr>
          <a:xfrm>
            <a:off x="9144000" y="2286000"/>
            <a:ext cx="2222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mpower - DO NOT DELETE!!!" hidden="1">
            <a:extLst>
              <a:ext uri="{FF2B5EF4-FFF2-40B4-BE49-F238E27FC236}">
                <a16:creationId xmlns:a16="http://schemas.microsoft.com/office/drawing/2014/main" id="{DF15FC67-02CF-05F0-6927-9C33DE88FD02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38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8" r:id="rId2"/>
    <p:sldLayoutId id="2147484029" r:id="rId3"/>
    <p:sldLayoutId id="2147484030" r:id="rId4"/>
    <p:sldLayoutId id="2147484047" r:id="rId5"/>
    <p:sldLayoutId id="2147484069" r:id="rId6"/>
    <p:sldLayoutId id="2147484031" r:id="rId7"/>
    <p:sldLayoutId id="2147484032" r:id="rId8"/>
    <p:sldLayoutId id="2147484033" r:id="rId9"/>
    <p:sldLayoutId id="2147484040" r:id="rId10"/>
    <p:sldLayoutId id="2147484034" r:id="rId11"/>
    <p:sldLayoutId id="2147484035" r:id="rId12"/>
    <p:sldLayoutId id="2147484036" r:id="rId13"/>
    <p:sldLayoutId id="2147484038" r:id="rId14"/>
    <p:sldLayoutId id="2147484037" r:id="rId15"/>
    <p:sldLayoutId id="2147484041" r:id="rId16"/>
    <p:sldLayoutId id="2147484045" r:id="rId17"/>
    <p:sldLayoutId id="2147484049" r:id="rId18"/>
    <p:sldLayoutId id="2147484050" r:id="rId19"/>
    <p:sldLayoutId id="2147484051" r:id="rId20"/>
    <p:sldLayoutId id="2147484052" r:id="rId21"/>
    <p:sldLayoutId id="2147484053" r:id="rId22"/>
    <p:sldLayoutId id="2147484054" r:id="rId23"/>
    <p:sldLayoutId id="2147484055" r:id="rId24"/>
    <p:sldLayoutId id="2147484056" r:id="rId25"/>
    <p:sldLayoutId id="2147484068" r:id="rId26"/>
    <p:sldLayoutId id="2147484083" r:id="rId27"/>
    <p:sldLayoutId id="2147484084" r:id="rId28"/>
    <p:sldLayoutId id="2147484085" r:id="rId29"/>
    <p:sldLayoutId id="2147484086" r:id="rId30"/>
    <p:sldLayoutId id="2147484087" r:id="rId31"/>
    <p:sldLayoutId id="2147484088" r:id="rId32"/>
    <p:sldLayoutId id="2147484089" r:id="rId3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n-lt"/>
          <a:ea typeface="+mn-ea"/>
          <a:cs typeface="+mn-cs"/>
        </a:defRPr>
      </a:lvl6pPr>
      <a:lvl7pPr marL="288000" indent="-288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576000" indent="-288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64000" indent="-288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4" pos="302">
          <p15:clr>
            <a:srgbClr val="0101FE"/>
          </p15:clr>
        </p15:guide>
        <p15:guide id="5" orient="horz" pos="96">
          <p15:clr>
            <a:srgbClr val="0101FE"/>
          </p15:clr>
        </p15:guide>
        <p15:guide id="6" orient="horz" pos="544">
          <p15:clr>
            <a:srgbClr val="0101FE"/>
          </p15:clr>
        </p15:guide>
        <p15:guide id="7" orient="horz" pos="1019">
          <p15:clr>
            <a:srgbClr val="0101FE"/>
          </p15:clr>
        </p15:guide>
        <p15:guide id="8" pos="7377">
          <p15:clr>
            <a:srgbClr val="0101FE"/>
          </p15:clr>
        </p15:guide>
        <p15:guide id="9" orient="horz" pos="4151">
          <p15:clr>
            <a:srgbClr val="0101FE"/>
          </p15:clr>
        </p15:guide>
        <p15:guide id="10" orient="horz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A9C6DB3-AD90-129A-4AAC-D7C73AB58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875366C-1935-C4C4-4D56-101E79D6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E4C861C-11AB-E007-2BCA-7595DE03E3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451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BCDC-695E-B817-0F7A-683B0727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729987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S8RlNCTxVNkUFXtAEIFl0EAAAAAAADAAAAAAADAAAAAwADAAEA////////BQAAAAMAEAALh1A7g2SHhEqSu7mgCUPkVgQAAAABAAMAAAACAAMAAAAEAAQAAQD///////8FAAAABAAQAAsGcPbqcm4zS4zZIK69jV/0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5LxGU0JPFU2RQVe0AQgWXQNEYXRhAFMAAAAIUHJlc2VudGF0aW9uU2Nhbm5lZEZvckxpbmtlZFNoYXBlcwAAAk51bWJlckZvcm1hdFNlcGFyYXRvck1vZGUACgAAAEF1dG9tYXRpYwAAAk5hbWUAJAAAAExpbmtlZFNoYXBlUHJlc2VudGF0aW9uU2V0dGluZ3NEYXRhABBWZXJzaW9uAAAAAAAJTGFzdFdyaXRlAOBHOICPAQAAAAEA/////4MAgwAAAAVfaWQAEAAAAASHUDuDZIeESpK7uaAJQ+RWA0RhdGEAGwAAAARMaW5rZWRTaGFwZURhdGEABQAAAAAAAk5hbWUAGQAAAExpbmtlZFNoYXBlc0RhdGFQcm9wZXJ0eQAQVmVyc2lvbgAAAAAACUxhc3RXcml0ZQCoRziAjwEAAAACAP////+DAIMAAAAFX2lkABAAAAAEBnD26nJuM0uM2SCuvY1f9ANEYXRhABsAAAAETGlua2VkU2hhcGVEYXRhAAUAAAAAAAJOYW1lABkAAABMaW5rZWRTaGFwZXNEYXRhUHJvcGVydHkAEFZlcnNpb24AAQAAAAlMYXN0V3JpdGUA10c4gI8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tCw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QEDAAAAAwD///////8aAAZMaW5rZWRTaGFwZXNEYXRhUHJvcGVydHlfMAQAAAABAAUAAAACAAUAAAAEAAQAAQEDAAAABAD///////8aAAZMaW5rZWRTaGFwZXNEYXRhUHJvcGVydHlfMQQAAAACAAUAAAAD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14399232607057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OPTIONS" val="  ;This presentation is public.;This presentation is for internal use only. Unauthorized use is prohibited.;This presentation is strictly confidential and for authorized recipients only. Unauthorized use is prohibited."/>
  <p:tag name="MIO_USER_INPUT_REQUIRED" val="Disclaimer;Select disclaimer from below menu - select blank option for no disclaim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DBID" val="B8FCB12D-AF03-49EB-9F79-BB019BE99E1E"/>
  <p:tag name="MIO_EKGUID" val="973db0dc-c1c5-409c-8815-117502e56eae"/>
  <p:tag name="MIO_EMBED_FONT" val="False"/>
  <p:tag name="MIO_FALLBACK_LAYOUT" val="7"/>
  <p:tag name="MIO_HDS" val="True"/>
  <p:tag name="MIO_MATCH_COLOR_SCHEME" val="False"/>
  <p:tag name="MIO_OBJECTNAME" val="NexGen Wafer Systems (Unified)"/>
  <p:tag name="MIO_SHOW_PAGENUMBER" val="True"/>
  <p:tag name="MIO_SKIPVERSION" val="01.01.0001 00:00:00"/>
  <p:tag name="MIO_UPDATE" val="True"/>
  <p:tag name="MIO_SHOW_DATE" val="True"/>
  <p:tag name="MIO_SHOW_FOOTER" val="False"/>
  <p:tag name="MIO_NUMBER_OF_VALID_LAYOUTS" val="33"/>
  <p:tag name="MIO_VERSION" val="29.04.2026 07:27:25"/>
  <p:tag name="MIO_LASTDOWNLOADED" val="30.04.2026 14:09:23.648"/>
  <p:tag name="MIO_CONTENTTAG" val="d7ieaD8H0EOP8uYumggAPw=="/>
  <p:tag name="MIO_CDID" val="57104884-19f3-4fd0-b984-871b6374df6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6f2e962b-2922-49cf-aa55-e7c8fca2203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6f2e962b-2922-49cf-aa55-e7c8fca2203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SLIDEDECORATION"/>
</p:tagLst>
</file>

<file path=ppt/theme/theme1.xml><?xml version="1.0" encoding="utf-8"?>
<a:theme xmlns:a="http://schemas.openxmlformats.org/drawingml/2006/main" name="NexGen Wafer Systems (Unified)">
  <a:themeElements>
    <a:clrScheme name="NexGen Unified">
      <a:dk1>
        <a:srgbClr val="193C6C"/>
      </a:dk1>
      <a:lt1>
        <a:sysClr val="window" lastClr="FFFFFF"/>
      </a:lt1>
      <a:dk2>
        <a:srgbClr val="193C6C"/>
      </a:dk2>
      <a:lt2>
        <a:srgbClr val="2AB3DA"/>
      </a:lt2>
      <a:accent1>
        <a:srgbClr val="BCCF00"/>
      </a:accent1>
      <a:accent2>
        <a:srgbClr val="CBD3DB"/>
      </a:accent2>
      <a:accent3>
        <a:srgbClr val="193C6C"/>
      </a:accent3>
      <a:accent4>
        <a:srgbClr val="2AB3DA"/>
      </a:accent4>
      <a:accent5>
        <a:srgbClr val="A6A6A6"/>
      </a:accent5>
      <a:accent6>
        <a:srgbClr val="000000"/>
      </a:accent6>
      <a:hlink>
        <a:srgbClr val="BCCF00"/>
      </a:hlink>
      <a:folHlink>
        <a:srgbClr val="2AB3DA"/>
      </a:folHlink>
    </a:clrScheme>
    <a:fontScheme name="NWS Fonts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lIns="0" tIns="0" rIns="0" bIns="0" rtlCol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C7189A6-F0E6-4B63-AF70-E3D566D51BB2}" vid="{D86EED39-A3E5-49F7-8BB3-F216140BA95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016a47-d9d6-430c-863f-c309e8140729">
      <Terms xmlns="http://schemas.microsoft.com/office/infopath/2007/PartnerControls"/>
    </lcf76f155ced4ddcb4097134ff3c332f>
    <TaxCatchAll xmlns="e8f9acd8-fb62-4995-a82a-24ec5031e4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F9B7A738928449ADDD596720060256" ma:contentTypeVersion="21" ma:contentTypeDescription="Create a new document." ma:contentTypeScope="" ma:versionID="aea2ee5c2dda052cf88dc7b565fd27de">
  <xsd:schema xmlns:xsd="http://www.w3.org/2001/XMLSchema" xmlns:xs="http://www.w3.org/2001/XMLSchema" xmlns:p="http://schemas.microsoft.com/office/2006/metadata/properties" xmlns:ns2="6f016a47-d9d6-430c-863f-c309e8140729" xmlns:ns3="e8f9acd8-fb62-4995-a82a-24ec5031e480" targetNamespace="http://schemas.microsoft.com/office/2006/metadata/properties" ma:root="true" ma:fieldsID="4b1add86e3b4883a878bbbf7bc5090b0" ns2:_="" ns3:_="">
    <xsd:import namespace="6f016a47-d9d6-430c-863f-c309e8140729"/>
    <xsd:import namespace="e8f9acd8-fb62-4995-a82a-24ec5031e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16a47-d9d6-430c-863f-c309e8140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1a50ad6-ef49-41ed-9a30-1c034c54f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acd8-fb62-4995-a82a-24ec5031e48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83ed61b-adf1-4161-9a62-5a2b94527958}" ma:internalName="TaxCatchAll" ma:showField="CatchAllData" ma:web="e8f9acd8-fb62-4995-a82a-24ec5031e4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C93AD5-6317-478E-948A-501E7517BD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D52CBD-12B9-4519-BEF5-B2C0FC67F18E}">
  <ds:schemaRefs>
    <ds:schemaRef ds:uri="03b6ec7e-ef13-4492-8956-23d9aae94e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f016a47-d9d6-430c-863f-c309e8140729"/>
    <ds:schemaRef ds:uri="e8f9acd8-fb62-4995-a82a-24ec5031e480"/>
  </ds:schemaRefs>
</ds:datastoreItem>
</file>

<file path=customXml/itemProps3.xml><?xml version="1.0" encoding="utf-8"?>
<ds:datastoreItem xmlns:ds="http://schemas.openxmlformats.org/officeDocument/2006/customXml" ds:itemID="{F13FFBCA-900B-4364-BC0F-6534FD6496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016a47-d9d6-430c-863f-c309e8140729"/>
    <ds:schemaRef ds:uri="e8f9acd8-fb62-4995-a82a-24ec5031e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2026.05.04 NWS Template</Template>
  <TotalTime>0</TotalTime>
  <Words>2</Words>
  <Application>Microsoft Office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Lato</vt:lpstr>
      <vt:lpstr>Lato Black</vt:lpstr>
      <vt:lpstr>NexGen Wafer Systems (Unified)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Kleindienst</dc:creator>
  <cp:lastModifiedBy>Christian Kleindienst</cp:lastModifiedBy>
  <cp:revision>1</cp:revision>
  <cp:lastPrinted>2023-07-26T08:36:16Z</cp:lastPrinted>
  <dcterms:created xsi:type="dcterms:W3CDTF">2026-05-28T03:48:18Z</dcterms:created>
  <dcterms:modified xsi:type="dcterms:W3CDTF">2026-05-28T03:49:08Z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mplianceAssetId">
    <vt:lpwstr/>
  </property>
  <property fmtid="{D5CDD505-2E9C-101B-9397-08002B2CF9AE}" pid="4" name="TriggerFlowInfo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xd_Signature">
    <vt:lpwstr/>
  </property>
  <property fmtid="{D5CDD505-2E9C-101B-9397-08002B2CF9AE}" pid="8" name="xd_ProgID">
    <vt:lpwstr/>
  </property>
  <property fmtid="{D5CDD505-2E9C-101B-9397-08002B2CF9AE}" pid="9" name="Order">
    <vt:lpwstr>500.000000000000</vt:lpwstr>
  </property>
  <property fmtid="{D5CDD505-2E9C-101B-9397-08002B2CF9AE}" pid="10" name="ContentTypeId">
    <vt:lpwstr>0x010100AFF9B7A738928449ADDD596720060256</vt:lpwstr>
  </property>
</Properties>
</file>